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60" r:id="rId5"/>
  </p:sldMasterIdLst>
  <p:notesMasterIdLst>
    <p:notesMasterId r:id="rId14"/>
  </p:notesMasterIdLst>
  <p:handoutMasterIdLst>
    <p:handoutMasterId r:id="rId15"/>
  </p:handoutMasterIdLst>
  <p:sldIdLst>
    <p:sldId id="348" r:id="rId6"/>
    <p:sldId id="1674" r:id="rId7"/>
    <p:sldId id="1676" r:id="rId8"/>
    <p:sldId id="1675" r:id="rId9"/>
    <p:sldId id="1677" r:id="rId10"/>
    <p:sldId id="1679" r:id="rId11"/>
    <p:sldId id="1680" r:id="rId12"/>
    <p:sldId id="1681" r:id="rId1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000FF"/>
    <a:srgbClr val="FFECAF"/>
    <a:srgbClr val="BC2116"/>
    <a:srgbClr val="C5C5C5"/>
    <a:srgbClr val="E96BAF"/>
    <a:srgbClr val="515151"/>
    <a:srgbClr val="00BB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55663F-1324-6ADD-C35E-3D2FC7066257}" v="28" dt="2024-11-05T10:26:55.156"/>
    <p1510:client id="{BCC63DE9-EEE9-20FF-067E-3468D79F7F97}" v="22" dt="2024-11-05T10:27:46.7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>
        <p:guide pos="36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rk Chang32" userId="S::schang32@lenovo.com::a3566e8e-b869-4baf-b02a-72f6562e262a" providerId="AD" clId="Web-{7B55663F-1324-6ADD-C35E-3D2FC7066257}"/>
    <pc:docChg chg="modSld">
      <pc:chgData name="Spark Chang32" userId="S::schang32@lenovo.com::a3566e8e-b869-4baf-b02a-72f6562e262a" providerId="AD" clId="Web-{7B55663F-1324-6ADD-C35E-3D2FC7066257}" dt="2024-11-05T10:26:53.234" v="26" actId="20577"/>
      <pc:docMkLst>
        <pc:docMk/>
      </pc:docMkLst>
      <pc:sldChg chg="modSp">
        <pc:chgData name="Spark Chang32" userId="S::schang32@lenovo.com::a3566e8e-b869-4baf-b02a-72f6562e262a" providerId="AD" clId="Web-{7B55663F-1324-6ADD-C35E-3D2FC7066257}" dt="2024-11-05T10:26:53.234" v="26" actId="20577"/>
        <pc:sldMkLst>
          <pc:docMk/>
          <pc:sldMk cId="1284099050" sldId="1674"/>
        </pc:sldMkLst>
        <pc:spChg chg="mod">
          <ac:chgData name="Spark Chang32" userId="S::schang32@lenovo.com::a3566e8e-b869-4baf-b02a-72f6562e262a" providerId="AD" clId="Web-{7B55663F-1324-6ADD-C35E-3D2FC7066257}" dt="2024-11-05T10:26:53.234" v="26" actId="20577"/>
          <ac:spMkLst>
            <pc:docMk/>
            <pc:sldMk cId="1284099050" sldId="1674"/>
            <ac:spMk id="11" creationId="{8BC16E79-ADD8-1E05-9935-8B3D401A9F0F}"/>
          </ac:spMkLst>
        </pc:spChg>
      </pc:sldChg>
    </pc:docChg>
  </pc:docChgLst>
  <pc:docChgLst>
    <pc:chgData name="Web Su2" userId="S::wsu2@lenovo.com::3cb44ffb-d80c-4179-9296-250787b582c3" providerId="AD" clId="Web-{FAE9CBC0-E881-0B37-33D3-21ACEE272BC2}"/>
    <pc:docChg chg="modSld">
      <pc:chgData name="Web Su2" userId="S::wsu2@lenovo.com::3cb44ffb-d80c-4179-9296-250787b582c3" providerId="AD" clId="Web-{FAE9CBC0-E881-0B37-33D3-21ACEE272BC2}" dt="2024-10-24T11:28:13.471" v="20" actId="1076"/>
      <pc:docMkLst>
        <pc:docMk/>
      </pc:docMkLst>
      <pc:sldChg chg="modSp">
        <pc:chgData name="Web Su2" userId="S::wsu2@lenovo.com::3cb44ffb-d80c-4179-9296-250787b582c3" providerId="AD" clId="Web-{FAE9CBC0-E881-0B37-33D3-21ACEE272BC2}" dt="2024-10-24T11:26:09.314" v="0" actId="1076"/>
        <pc:sldMkLst>
          <pc:docMk/>
          <pc:sldMk cId="756909723" sldId="1682"/>
        </pc:sldMkLst>
        <pc:picChg chg="mod">
          <ac:chgData name="Web Su2" userId="S::wsu2@lenovo.com::3cb44ffb-d80c-4179-9296-250787b582c3" providerId="AD" clId="Web-{FAE9CBC0-E881-0B37-33D3-21ACEE272BC2}" dt="2024-10-24T11:26:09.314" v="0" actId="1076"/>
          <ac:picMkLst>
            <pc:docMk/>
            <pc:sldMk cId="756909723" sldId="1682"/>
            <ac:picMk id="7" creationId="{210D89AB-ADC6-3BA3-EA09-B382790408FF}"/>
          </ac:picMkLst>
        </pc:picChg>
      </pc:sldChg>
      <pc:sldChg chg="modSp">
        <pc:chgData name="Web Su2" userId="S::wsu2@lenovo.com::3cb44ffb-d80c-4179-9296-250787b582c3" providerId="AD" clId="Web-{FAE9CBC0-E881-0B37-33D3-21ACEE272BC2}" dt="2024-10-24T11:27:48.393" v="17" actId="1076"/>
        <pc:sldMkLst>
          <pc:docMk/>
          <pc:sldMk cId="2312396740" sldId="1689"/>
        </pc:sldMkLst>
        <pc:picChg chg="mod">
          <ac:chgData name="Web Su2" userId="S::wsu2@lenovo.com::3cb44ffb-d80c-4179-9296-250787b582c3" providerId="AD" clId="Web-{FAE9CBC0-E881-0B37-33D3-21ACEE272BC2}" dt="2024-10-24T11:27:48.393" v="17" actId="1076"/>
          <ac:picMkLst>
            <pc:docMk/>
            <pc:sldMk cId="2312396740" sldId="1689"/>
            <ac:picMk id="7" creationId="{C137FBF6-1B90-34B3-58C5-8A8207F0184D}"/>
          </ac:picMkLst>
        </pc:picChg>
      </pc:sldChg>
      <pc:sldChg chg="modSp">
        <pc:chgData name="Web Su2" userId="S::wsu2@lenovo.com::3cb44ffb-d80c-4179-9296-250787b582c3" providerId="AD" clId="Web-{FAE9CBC0-E881-0B37-33D3-21ACEE272BC2}" dt="2024-10-24T11:28:13.471" v="20" actId="1076"/>
        <pc:sldMkLst>
          <pc:docMk/>
          <pc:sldMk cId="2442112338" sldId="1690"/>
        </pc:sldMkLst>
        <pc:spChg chg="mod">
          <ac:chgData name="Web Su2" userId="S::wsu2@lenovo.com::3cb44ffb-d80c-4179-9296-250787b582c3" providerId="AD" clId="Web-{FAE9CBC0-E881-0B37-33D3-21ACEE272BC2}" dt="2024-10-24T11:28:13.471" v="20" actId="1076"/>
          <ac:spMkLst>
            <pc:docMk/>
            <pc:sldMk cId="2442112338" sldId="1690"/>
            <ac:spMk id="9" creationId="{4748B8D2-C3E1-C546-9EFA-06AD063B4464}"/>
          </ac:spMkLst>
        </pc:spChg>
        <pc:picChg chg="mod">
          <ac:chgData name="Web Su2" userId="S::wsu2@lenovo.com::3cb44ffb-d80c-4179-9296-250787b582c3" providerId="AD" clId="Web-{FAE9CBC0-E881-0B37-33D3-21ACEE272BC2}" dt="2024-10-24T11:28:02.565" v="19" actId="1076"/>
          <ac:picMkLst>
            <pc:docMk/>
            <pc:sldMk cId="2442112338" sldId="1690"/>
            <ac:picMk id="6" creationId="{7A70B1DC-564F-6D2B-01F5-F09583EA500E}"/>
          </ac:picMkLst>
        </pc:picChg>
      </pc:sldChg>
    </pc:docChg>
  </pc:docChgLst>
  <pc:docChgLst>
    <pc:chgData name="Alice Guo3" userId="S::aguo3@lenovo.com::4cedcc93-efb8-4ac4-a840-cc90690f5420" providerId="AD" clId="Web-{52407DDE-E446-94F2-CBFF-48531D601DEE}"/>
    <pc:docChg chg="addSld delSld modSld">
      <pc:chgData name="Alice Guo3" userId="S::aguo3@lenovo.com::4cedcc93-efb8-4ac4-a840-cc90690f5420" providerId="AD" clId="Web-{52407DDE-E446-94F2-CBFF-48531D601DEE}" dt="2024-07-08T07:15:20.005" v="3" actId="1076"/>
      <pc:docMkLst>
        <pc:docMk/>
      </pc:docMkLst>
      <pc:sldChg chg="modSp">
        <pc:chgData name="Alice Guo3" userId="S::aguo3@lenovo.com::4cedcc93-efb8-4ac4-a840-cc90690f5420" providerId="AD" clId="Web-{52407DDE-E446-94F2-CBFF-48531D601DEE}" dt="2024-07-08T07:15:20.005" v="3" actId="1076"/>
        <pc:sldMkLst>
          <pc:docMk/>
          <pc:sldMk cId="1556188772" sldId="1677"/>
        </pc:sldMkLst>
      </pc:sldChg>
      <pc:sldChg chg="new del">
        <pc:chgData name="Alice Guo3" userId="S::aguo3@lenovo.com::4cedcc93-efb8-4ac4-a840-cc90690f5420" providerId="AD" clId="Web-{52407DDE-E446-94F2-CBFF-48531D601DEE}" dt="2024-07-04T09:19:01.234" v="1"/>
        <pc:sldMkLst>
          <pc:docMk/>
          <pc:sldMk cId="631876034" sldId="1691"/>
        </pc:sldMkLst>
      </pc:sldChg>
    </pc:docChg>
  </pc:docChgLst>
  <pc:docChgLst>
    <pc:chgData name="Rossi Cheng13" userId="S::rcheng13@lenovo.com::420d6378-6e2e-4eeb-bc1a-12ba4b4aae3e" providerId="AD" clId="Web-{2983B347-1F12-B483-7D4C-7C217FC41A08}"/>
    <pc:docChg chg="addSld modSld">
      <pc:chgData name="Rossi Cheng13" userId="S::rcheng13@lenovo.com::420d6378-6e2e-4eeb-bc1a-12ba4b4aae3e" providerId="AD" clId="Web-{2983B347-1F12-B483-7D4C-7C217FC41A08}" dt="2024-07-05T09:48:12.360" v="14" actId="20577"/>
      <pc:docMkLst>
        <pc:docMk/>
      </pc:docMkLst>
      <pc:sldChg chg="modSp">
        <pc:chgData name="Rossi Cheng13" userId="S::rcheng13@lenovo.com::420d6378-6e2e-4eeb-bc1a-12ba4b4aae3e" providerId="AD" clId="Web-{2983B347-1F12-B483-7D4C-7C217FC41A08}" dt="2024-07-05T09:47:05.593" v="7" actId="20577"/>
        <pc:sldMkLst>
          <pc:docMk/>
          <pc:sldMk cId="0" sldId="348"/>
        </pc:sldMkLst>
      </pc:sldChg>
      <pc:sldChg chg="modSp add replId">
        <pc:chgData name="Rossi Cheng13" userId="S::rcheng13@lenovo.com::420d6378-6e2e-4eeb-bc1a-12ba4b4aae3e" providerId="AD" clId="Web-{2983B347-1F12-B483-7D4C-7C217FC41A08}" dt="2024-07-05T09:48:12.360" v="14" actId="20577"/>
        <pc:sldMkLst>
          <pc:docMk/>
          <pc:sldMk cId="2160029088" sldId="1691"/>
        </pc:sldMkLst>
      </pc:sldChg>
    </pc:docChg>
  </pc:docChgLst>
  <pc:docChgLst>
    <pc:chgData name="Rossi Cheng13" userId="S::rcheng13@lenovo.com::420d6378-6e2e-4eeb-bc1a-12ba4b4aae3e" providerId="AD" clId="Web-{56ED882A-1594-5AC2-E7C3-99FDD3D2F2A8}"/>
    <pc:docChg chg="modSld">
      <pc:chgData name="Rossi Cheng13" userId="S::rcheng13@lenovo.com::420d6378-6e2e-4eeb-bc1a-12ba4b4aae3e" providerId="AD" clId="Web-{56ED882A-1594-5AC2-E7C3-99FDD3D2F2A8}" dt="2024-06-21T08:33:11.019" v="2" actId="20577"/>
      <pc:docMkLst>
        <pc:docMk/>
      </pc:docMkLst>
      <pc:sldChg chg="modSp">
        <pc:chgData name="Rossi Cheng13" userId="S::rcheng13@lenovo.com::420d6378-6e2e-4eeb-bc1a-12ba4b4aae3e" providerId="AD" clId="Web-{56ED882A-1594-5AC2-E7C3-99FDD3D2F2A8}" dt="2024-06-21T08:33:11.019" v="2" actId="20577"/>
        <pc:sldMkLst>
          <pc:docMk/>
          <pc:sldMk cId="0" sldId="348"/>
        </pc:sldMkLst>
      </pc:sldChg>
    </pc:docChg>
  </pc:docChgLst>
  <pc:docChgLst>
    <pc:chgData name="Rossi Cheng13" userId="S::rcheng13@lenovo.com::420d6378-6e2e-4eeb-bc1a-12ba4b4aae3e" providerId="AD" clId="Web-{03C7CDDB-6671-FD4D-ED59-C074106AC387}"/>
    <pc:docChg chg="modSld">
      <pc:chgData name="Rossi Cheng13" userId="S::rcheng13@lenovo.com::420d6378-6e2e-4eeb-bc1a-12ba4b4aae3e" providerId="AD" clId="Web-{03C7CDDB-6671-FD4D-ED59-C074106AC387}" dt="2024-06-21T08:16:37.477" v="14" actId="20577"/>
      <pc:docMkLst>
        <pc:docMk/>
      </pc:docMkLst>
      <pc:sldChg chg="modSp">
        <pc:chgData name="Rossi Cheng13" userId="S::rcheng13@lenovo.com::420d6378-6e2e-4eeb-bc1a-12ba4b4aae3e" providerId="AD" clId="Web-{03C7CDDB-6671-FD4D-ED59-C074106AC387}" dt="2024-06-21T08:16:37.477" v="14" actId="20577"/>
        <pc:sldMkLst>
          <pc:docMk/>
          <pc:sldMk cId="1284099050" sldId="1674"/>
        </pc:sldMkLst>
      </pc:sldChg>
    </pc:docChg>
  </pc:docChgLst>
  <pc:docChgLst>
    <pc:chgData name="Spark Chang32" userId="S::schang32@lenovo.com::a3566e8e-b869-4baf-b02a-72f6562e262a" providerId="AD" clId="Web-{BCC63DE9-EEE9-20FF-067E-3468D79F7F97}"/>
    <pc:docChg chg="modSld">
      <pc:chgData name="Spark Chang32" userId="S::schang32@lenovo.com::a3566e8e-b869-4baf-b02a-72f6562e262a" providerId="AD" clId="Web-{BCC63DE9-EEE9-20FF-067E-3468D79F7F97}" dt="2024-11-05T10:27:46.782" v="15" actId="20577"/>
      <pc:docMkLst>
        <pc:docMk/>
      </pc:docMkLst>
      <pc:sldChg chg="modSp">
        <pc:chgData name="Spark Chang32" userId="S::schang32@lenovo.com::a3566e8e-b869-4baf-b02a-72f6562e262a" providerId="AD" clId="Web-{BCC63DE9-EEE9-20FF-067E-3468D79F7F97}" dt="2024-11-05T10:27:11.453" v="2" actId="20577"/>
        <pc:sldMkLst>
          <pc:docMk/>
          <pc:sldMk cId="0" sldId="348"/>
        </pc:sldMkLst>
        <pc:spChg chg="mod">
          <ac:chgData name="Spark Chang32" userId="S::schang32@lenovo.com::a3566e8e-b869-4baf-b02a-72f6562e262a" providerId="AD" clId="Web-{BCC63DE9-EEE9-20FF-067E-3468D79F7F97}" dt="2024-11-05T10:27:11.453" v="2" actId="20577"/>
          <ac:spMkLst>
            <pc:docMk/>
            <pc:sldMk cId="0" sldId="348"/>
            <ac:spMk id="43" creationId="{52ACB7A6-8188-4CD6-A435-38F7B46E5CC2}"/>
          </ac:spMkLst>
        </pc:spChg>
      </pc:sldChg>
      <pc:sldChg chg="modSp">
        <pc:chgData name="Spark Chang32" userId="S::schang32@lenovo.com::a3566e8e-b869-4baf-b02a-72f6562e262a" providerId="AD" clId="Web-{BCC63DE9-EEE9-20FF-067E-3468D79F7F97}" dt="2024-11-05T10:27:46.782" v="15" actId="20577"/>
        <pc:sldMkLst>
          <pc:docMk/>
          <pc:sldMk cId="1284099050" sldId="1674"/>
        </pc:sldMkLst>
        <pc:spChg chg="mod">
          <ac:chgData name="Spark Chang32" userId="S::schang32@lenovo.com::a3566e8e-b869-4baf-b02a-72f6562e262a" providerId="AD" clId="Web-{BCC63DE9-EEE9-20FF-067E-3468D79F7F97}" dt="2024-11-05T10:27:46.782" v="15" actId="20577"/>
          <ac:spMkLst>
            <pc:docMk/>
            <pc:sldMk cId="1284099050" sldId="1674"/>
            <ac:spMk id="11" creationId="{8BC16E79-ADD8-1E05-9935-8B3D401A9F0F}"/>
          </ac:spMkLst>
        </pc:spChg>
      </pc:sldChg>
    </pc:docChg>
  </pc:docChgLst>
  <pc:docChgLst>
    <pc:chgData name="Luke Hsiao" userId="S::chsiao6@lenovo.com::a5a51745-b7ef-44f1-b6b8-24fed808c478" providerId="AD" clId="Web-{5464BBC3-2ADE-FE82-2F3A-E2968AB14AEE}"/>
    <pc:docChg chg="modSld">
      <pc:chgData name="Luke Hsiao" userId="S::chsiao6@lenovo.com::a5a51745-b7ef-44f1-b6b8-24fed808c478" providerId="AD" clId="Web-{5464BBC3-2ADE-FE82-2F3A-E2968AB14AEE}" dt="2024-10-18T07:25:40.924" v="10" actId="1076"/>
      <pc:docMkLst>
        <pc:docMk/>
      </pc:docMkLst>
      <pc:sldChg chg="modSp">
        <pc:chgData name="Luke Hsiao" userId="S::chsiao6@lenovo.com::a5a51745-b7ef-44f1-b6b8-24fed808c478" providerId="AD" clId="Web-{5464BBC3-2ADE-FE82-2F3A-E2968AB14AEE}" dt="2024-10-18T07:25:40.924" v="10" actId="1076"/>
        <pc:sldMkLst>
          <pc:docMk/>
          <pc:sldMk cId="2312396740" sldId="1689"/>
        </pc:sldMkLst>
        <pc:picChg chg="mod">
          <ac:chgData name="Luke Hsiao" userId="S::chsiao6@lenovo.com::a5a51745-b7ef-44f1-b6b8-24fed808c478" providerId="AD" clId="Web-{5464BBC3-2ADE-FE82-2F3A-E2968AB14AEE}" dt="2024-10-18T07:25:40.924" v="10" actId="1076"/>
          <ac:picMkLst>
            <pc:docMk/>
            <pc:sldMk cId="2312396740" sldId="1689"/>
            <ac:picMk id="7" creationId="{C137FBF6-1B90-34B3-58C5-8A8207F0184D}"/>
          </ac:picMkLst>
        </pc:picChg>
      </pc:sldChg>
      <pc:sldChg chg="modSp">
        <pc:chgData name="Luke Hsiao" userId="S::chsiao6@lenovo.com::a5a51745-b7ef-44f1-b6b8-24fed808c478" providerId="AD" clId="Web-{5464BBC3-2ADE-FE82-2F3A-E2968AB14AEE}" dt="2024-10-18T07:24:10.579" v="1" actId="1076"/>
        <pc:sldMkLst>
          <pc:docMk/>
          <pc:sldMk cId="2442112338" sldId="1690"/>
        </pc:sldMkLst>
        <pc:picChg chg="mod">
          <ac:chgData name="Luke Hsiao" userId="S::chsiao6@lenovo.com::a5a51745-b7ef-44f1-b6b8-24fed808c478" providerId="AD" clId="Web-{5464BBC3-2ADE-FE82-2F3A-E2968AB14AEE}" dt="2024-10-18T07:24:10.579" v="1" actId="1076"/>
          <ac:picMkLst>
            <pc:docMk/>
            <pc:sldMk cId="2442112338" sldId="1690"/>
            <ac:picMk id="6" creationId="{7A70B1DC-564F-6D2B-01F5-F09583EA500E}"/>
          </ac:picMkLst>
        </pc:picChg>
      </pc:sldChg>
    </pc:docChg>
  </pc:docChgLst>
  <pc:docChgLst>
    <pc:chgData name="Rossi Cheng13" userId="S::rcheng13@lenovo.com::420d6378-6e2e-4eeb-bc1a-12ba4b4aae3e" providerId="AD" clId="Web-{9FE62588-0953-7369-6766-04F2AF803207}"/>
    <pc:docChg chg="modSld">
      <pc:chgData name="Rossi Cheng13" userId="S::rcheng13@lenovo.com::420d6378-6e2e-4eeb-bc1a-12ba4b4aae3e" providerId="AD" clId="Web-{9FE62588-0953-7369-6766-04F2AF803207}" dt="2024-06-21T08:29:59.334" v="3" actId="20577"/>
      <pc:docMkLst>
        <pc:docMk/>
      </pc:docMkLst>
      <pc:sldChg chg="modSp">
        <pc:chgData name="Rossi Cheng13" userId="S::rcheng13@lenovo.com::420d6378-6e2e-4eeb-bc1a-12ba4b4aae3e" providerId="AD" clId="Web-{9FE62588-0953-7369-6766-04F2AF803207}" dt="2024-06-21T08:29:59.334" v="3" actId="20577"/>
        <pc:sldMkLst>
          <pc:docMk/>
          <pc:sldMk cId="0" sldId="348"/>
        </pc:sldMkLst>
      </pc:sldChg>
    </pc:docChg>
  </pc:docChgLst>
  <pc:docChgLst>
    <pc:chgData name="David Yang13" userId="S::dyang13@lenovo.com::e856da1f-605d-4ee5-ba47-233f6f2cab4a" providerId="AD" clId="Web-{FF470A7E-2579-D072-442B-269E54F567C4}"/>
    <pc:docChg chg="modSld">
      <pc:chgData name="David Yang13" userId="S::dyang13@lenovo.com::e856da1f-605d-4ee5-ba47-233f6f2cab4a" providerId="AD" clId="Web-{FF470A7E-2579-D072-442B-269E54F567C4}" dt="2024-07-23T08:00:17.533" v="4" actId="14100"/>
      <pc:docMkLst>
        <pc:docMk/>
      </pc:docMkLst>
      <pc:sldChg chg="modSp">
        <pc:chgData name="David Yang13" userId="S::dyang13@lenovo.com::e856da1f-605d-4ee5-ba47-233f6f2cab4a" providerId="AD" clId="Web-{FF470A7E-2579-D072-442B-269E54F567C4}" dt="2024-07-23T07:20:38.463" v="3" actId="14100"/>
        <pc:sldMkLst>
          <pc:docMk/>
          <pc:sldMk cId="1556188772" sldId="1677"/>
        </pc:sldMkLst>
        <pc:picChg chg="mod">
          <ac:chgData name="David Yang13" userId="S::dyang13@lenovo.com::e856da1f-605d-4ee5-ba47-233f6f2cab4a" providerId="AD" clId="Web-{FF470A7E-2579-D072-442B-269E54F567C4}" dt="2024-07-23T07:20:38.463" v="3" actId="14100"/>
          <ac:picMkLst>
            <pc:docMk/>
            <pc:sldMk cId="1556188772" sldId="1677"/>
            <ac:picMk id="26" creationId="{E5726FDF-C83A-932A-3DBC-3C01A7EBFF3C}"/>
          </ac:picMkLst>
        </pc:picChg>
      </pc:sldChg>
      <pc:sldChg chg="modSp">
        <pc:chgData name="David Yang13" userId="S::dyang13@lenovo.com::e856da1f-605d-4ee5-ba47-233f6f2cab4a" providerId="AD" clId="Web-{FF470A7E-2579-D072-442B-269E54F567C4}" dt="2024-07-23T08:00:17.533" v="4" actId="14100"/>
        <pc:sldMkLst>
          <pc:docMk/>
          <pc:sldMk cId="756909723" sldId="1682"/>
        </pc:sldMkLst>
        <pc:picChg chg="mod">
          <ac:chgData name="David Yang13" userId="S::dyang13@lenovo.com::e856da1f-605d-4ee5-ba47-233f6f2cab4a" providerId="AD" clId="Web-{FF470A7E-2579-D072-442B-269E54F567C4}" dt="2024-07-23T08:00:17.533" v="4" actId="14100"/>
          <ac:picMkLst>
            <pc:docMk/>
            <pc:sldMk cId="756909723" sldId="1682"/>
            <ac:picMk id="7" creationId="{210D89AB-ADC6-3BA3-EA09-B382790408FF}"/>
          </ac:picMkLst>
        </pc:picChg>
      </pc:sldChg>
      <pc:sldChg chg="modSp">
        <pc:chgData name="David Yang13" userId="S::dyang13@lenovo.com::e856da1f-605d-4ee5-ba47-233f6f2cab4a" providerId="AD" clId="Web-{FF470A7E-2579-D072-442B-269E54F567C4}" dt="2024-07-23T06:46:43.560" v="2" actId="14100"/>
        <pc:sldMkLst>
          <pc:docMk/>
          <pc:sldMk cId="2312396740" sldId="1689"/>
        </pc:sldMkLst>
        <pc:picChg chg="mod">
          <ac:chgData name="David Yang13" userId="S::dyang13@lenovo.com::e856da1f-605d-4ee5-ba47-233f6f2cab4a" providerId="AD" clId="Web-{FF470A7E-2579-D072-442B-269E54F567C4}" dt="2024-07-23T06:46:43.560" v="2" actId="14100"/>
          <ac:picMkLst>
            <pc:docMk/>
            <pc:sldMk cId="2312396740" sldId="1689"/>
            <ac:picMk id="7" creationId="{C137FBF6-1B90-34B3-58C5-8A8207F0184D}"/>
          </ac:picMkLst>
        </pc:picChg>
      </pc:sldChg>
      <pc:sldChg chg="modSp">
        <pc:chgData name="David Yang13" userId="S::dyang13@lenovo.com::e856da1f-605d-4ee5-ba47-233f6f2cab4a" providerId="AD" clId="Web-{FF470A7E-2579-D072-442B-269E54F567C4}" dt="2024-07-23T06:46:35.966" v="1" actId="14100"/>
        <pc:sldMkLst>
          <pc:docMk/>
          <pc:sldMk cId="2442112338" sldId="1690"/>
        </pc:sldMkLst>
        <pc:spChg chg="mod">
          <ac:chgData name="David Yang13" userId="S::dyang13@lenovo.com::e856da1f-605d-4ee5-ba47-233f6f2cab4a" providerId="AD" clId="Web-{FF470A7E-2579-D072-442B-269E54F567C4}" dt="2024-07-23T06:46:27.606" v="0" actId="14100"/>
          <ac:spMkLst>
            <pc:docMk/>
            <pc:sldMk cId="2442112338" sldId="1690"/>
            <ac:spMk id="9" creationId="{4748B8D2-C3E1-C546-9EFA-06AD063B4464}"/>
          </ac:spMkLst>
        </pc:spChg>
        <pc:picChg chg="mod">
          <ac:chgData name="David Yang13" userId="S::dyang13@lenovo.com::e856da1f-605d-4ee5-ba47-233f6f2cab4a" providerId="AD" clId="Web-{FF470A7E-2579-D072-442B-269E54F567C4}" dt="2024-07-23T06:46:35.966" v="1" actId="14100"/>
          <ac:picMkLst>
            <pc:docMk/>
            <pc:sldMk cId="2442112338" sldId="1690"/>
            <ac:picMk id="6" creationId="{7A70B1DC-564F-6D2B-01F5-F09583EA500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sz="800">
              <a:solidFill>
                <a:schemeClr val="accent5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9A42DBE-9A40-44C2-85E2-CEF4A643DC9B}" type="datetimeFigureOut">
              <a:rPr lang="en-US" sz="800">
                <a:solidFill>
                  <a:schemeClr val="accent5"/>
                </a:solidFill>
              </a:rPr>
              <a:pPr/>
              <a:t>8/24/2026</a:t>
            </a:fld>
            <a:endParaRPr lang="en-US" sz="800">
              <a:solidFill>
                <a:schemeClr val="accent5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sz="1100">
              <a:solidFill>
                <a:schemeClr val="accent5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624042" y="7585982"/>
            <a:ext cx="384736" cy="12439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24042" y="8829966"/>
            <a:ext cx="384736" cy="27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177" tIns="46589" rIns="93177" bIns="46589"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624042" y="8641136"/>
            <a:ext cx="384736" cy="41075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ctr"/>
            <a:fld id="{8DDAB1B0-62E0-495F-BA6F-EBA55831B881}" type="slidenum">
              <a:rPr lang="en-US" sz="1100">
                <a:solidFill>
                  <a:schemeClr val="bg1"/>
                </a:solidFill>
              </a:rPr>
              <a:pPr algn="ctr"/>
              <a:t>‹#›</a:t>
            </a:fld>
            <a:endParaRPr lang="en-US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5939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000">
                <a:solidFill>
                  <a:schemeClr val="accent5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000">
                <a:solidFill>
                  <a:schemeClr val="accent5"/>
                </a:solidFill>
              </a:defRPr>
            </a:lvl1pPr>
          </a:lstStyle>
          <a:p>
            <a:fld id="{1F76B152-1ECA-402E-91CD-B4EAAE3B91C2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schemeClr val="accent5">
                <a:lumMod val="75000"/>
              </a:schemeClr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900">
                <a:solidFill>
                  <a:schemeClr val="accent5"/>
                </a:solidFill>
              </a:defRPr>
            </a:lvl1pPr>
          </a:lstStyle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6626477" y="7585982"/>
            <a:ext cx="384736" cy="12439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626477" y="8829966"/>
            <a:ext cx="384736" cy="27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177" tIns="46589" rIns="93177" bIns="46589"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624042" y="8565282"/>
            <a:ext cx="384736" cy="46643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B4F12C0E-25FE-46A6-97F3-45A20C972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44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buFont typeface="Arial" panose="020B0604020202020204" pitchFamily="34" charset="0"/>
      <a:buChar char="​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buClr>
        <a:schemeClr val="accent1"/>
      </a:buClr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403225" indent="-171450" algn="l" defTabSz="914400" rtl="0" eaLnBrk="1" latinLnBrk="0" hangingPunct="1"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71500" indent="-111125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accent5"/>
        </a:solidFill>
        <a:latin typeface="+mn-lt"/>
        <a:ea typeface="+mn-ea"/>
        <a:cs typeface="+mn-cs"/>
      </a:defRPr>
    </a:lvl4pPr>
    <a:lvl5pPr marL="860425" indent="-114300" algn="l" defTabSz="914400" rtl="0" eaLnBrk="1" latinLnBrk="0" hangingPunct="1">
      <a:buFont typeface="Arial" panose="020B0604020202020204" pitchFamily="34" charset="0"/>
      <a:buChar char="•"/>
      <a:tabLst>
        <a:tab pos="1203325" algn="l"/>
      </a:tabLst>
      <a:defRPr sz="1000" kern="1200">
        <a:solidFill>
          <a:schemeClr val="accent5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84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14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BCA9B-DEA8-B592-34DB-4ABF9B23B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8AFB0C1-F7BE-D30F-2391-0285391C0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E967C31-05A5-46B1-6757-4528F8CCA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A758B7-2636-1F8E-290E-7296286785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64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73077-16CF-F0C1-5876-3E09228FD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ADB125B-7D35-51ED-567A-E60CAB512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F75CD64-BEB7-687E-B09E-42FA88208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92394C-4311-557E-FBDC-FA8DAFC4B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47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E1709-BF4B-8955-E799-5845A141A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F836BC4-3625-B155-E66B-EEBFBE097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8B3CCF4-4A99-47EA-A18A-B983DF572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888AC0-DCA6-DEE7-3106-FB8C0EB1F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02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5D003-E5F1-4060-9838-A5D5551D4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EFD9407-A673-0974-20CE-EF4CF4A4C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C41A9A4-420D-E41D-5D00-CC90FDF24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1D48DB-3E18-3160-5333-674E75765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8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jpe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jpe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jpe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1.jpe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auto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2576" y="2043301"/>
            <a:ext cx="8723767" cy="1580962"/>
          </a:xfrm>
        </p:spPr>
        <p:txBody>
          <a:bodyPr anchor="b"/>
          <a:lstStyle>
            <a:lvl1pPr marL="0" indent="-457200" algn="l">
              <a:defRPr sz="6000" baseline="0"/>
            </a:lvl1pPr>
          </a:lstStyle>
          <a:p>
            <a:r>
              <a:rPr lang="en-US"/>
              <a:t>Click to edit text, two lines maximum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894" y="4059667"/>
            <a:ext cx="8709223" cy="456544"/>
          </a:xfrm>
        </p:spPr>
        <p:txBody>
          <a:bodyPr wrap="square" anchor="b">
            <a:noAutofit/>
          </a:bodyPr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114" name="Text Placeholder 113"/>
          <p:cNvSpPr>
            <a:spLocks noGrp="1"/>
          </p:cNvSpPr>
          <p:nvPr>
            <p:ph type="body" sz="quarter" idx="10"/>
          </p:nvPr>
        </p:nvSpPr>
        <p:spPr>
          <a:xfrm>
            <a:off x="567661" y="4799013"/>
            <a:ext cx="6407932" cy="514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341313" indent="0">
              <a:buNone/>
              <a:defRPr sz="1400"/>
            </a:lvl2pPr>
            <a:lvl3pPr marL="679450" indent="0">
              <a:buNone/>
              <a:defRPr sz="1200"/>
            </a:lvl3pPr>
            <a:lvl4pPr marL="966787" indent="0">
              <a:buNone/>
              <a:defRPr sz="1100"/>
            </a:lvl4pPr>
            <a:lvl5pPr marL="1146175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Rectangle 48"/>
          <p:cNvSpPr/>
          <p:nvPr userDrawn="1"/>
        </p:nvSpPr>
        <p:spPr bwMode="black">
          <a:xfrm>
            <a:off x="596040" y="4557713"/>
            <a:ext cx="1097683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Connector 106"/>
          <p:cNvCxnSpPr/>
          <p:nvPr userDrawn="1"/>
        </p:nvCxnSpPr>
        <p:spPr>
          <a:xfrm>
            <a:off x="596040" y="4664439"/>
            <a:ext cx="10419093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83672" y="3056111"/>
            <a:ext cx="2412869" cy="803786"/>
          </a:xfrm>
          <a:prstGeom prst="rect">
            <a:avLst/>
          </a:prstGeom>
        </p:spPr>
      </p:pic>
      <p:pic>
        <p:nvPicPr>
          <p:cNvPr id="1026" name="Picture 2" descr="C:\Users\kathyp\Documents\00_Brand-Resources\Multimode Elements\Multimode Icons\PNG\Multimode-Icon_HA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40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kathyp\Documents\00_Brand-Resources\Multimode Elements\Multimode Icons\PNG\Multimode-Icon_HOLD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824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kathyp\Documents\00_Brand-Resources\Multimode Elements\Multimode Icons\PNG\Multimode-Icon_LAPTOP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211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kathyp\Documents\00_Brand-Resources\Multimode Elements\Multimode Icons\PNG\Multimode-Icon_STAND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392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kathyp\Documents\00_Brand-Resources\Multimode Elements\Multimode Icons\PNG\Multimode-Icon_STAND-Tablet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176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kathyp\Documents\00_Brand-Resources\Multimode Elements\Multimode Icons\PNG\Multimode-Icon_TABLE.png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3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kathyp\Documents\00_Brand-Resources\Multimode Elements\Multimode Icons\PNG\Multimode-Icon_TABLET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950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kathyp\Documents\00_Brand-Resources\Multimode Elements\Multimode Icons\PNG\Multimode-Icon_TENT.pn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528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kathyp\Documents\00_Brand-Resources\Multimode Elements\Multimode Icons\PNG\Multimode-Icon_TILT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312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C:\Users\kathyp\Documents\00_Brand-Resources\Multimode Elements\Multimode Icons\PNG\Multimode-Icon_TV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707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/>
          <p:cNvGrpSpPr/>
          <p:nvPr userDrawn="1"/>
        </p:nvGrpSpPr>
        <p:grpSpPr>
          <a:xfrm>
            <a:off x="2024598" y="5468108"/>
            <a:ext cx="310896" cy="310896"/>
            <a:chOff x="2024598" y="5468108"/>
            <a:chExt cx="310896" cy="310896"/>
          </a:xfrm>
        </p:grpSpPr>
        <p:sp>
          <p:nvSpPr>
            <p:cNvPr id="51" name="Oval 50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52" name="Picture 51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13" name="Group 12"/>
          <p:cNvGrpSpPr/>
          <p:nvPr userDrawn="1"/>
        </p:nvGrpSpPr>
        <p:grpSpPr>
          <a:xfrm>
            <a:off x="3094779" y="5468108"/>
            <a:ext cx="310896" cy="310896"/>
            <a:chOff x="3094779" y="5468108"/>
            <a:chExt cx="310896" cy="310896"/>
          </a:xfrm>
        </p:grpSpPr>
        <p:sp>
          <p:nvSpPr>
            <p:cNvPr id="57" name="Oval 56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1" name="Picture 9" descr="C:\Users\yhwang\Desktop\WW Design\Multimode Icons\twitter-01.png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4779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6" name="Group 15"/>
          <p:cNvGrpSpPr/>
          <p:nvPr userDrawn="1"/>
        </p:nvGrpSpPr>
        <p:grpSpPr>
          <a:xfrm>
            <a:off x="953427" y="5468108"/>
            <a:ext cx="310896" cy="310896"/>
            <a:chOff x="953427" y="5468108"/>
            <a:chExt cx="310896" cy="310896"/>
          </a:xfrm>
        </p:grpSpPr>
        <p:sp>
          <p:nvSpPr>
            <p:cNvPr id="6" name="Oval 5"/>
            <p:cNvSpPr/>
            <p:nvPr userDrawn="1"/>
          </p:nvSpPr>
          <p:spPr>
            <a:xfrm>
              <a:off x="953427" y="5468108"/>
              <a:ext cx="310896" cy="3108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2" name="Picture 5" descr="C:\Users\yhwang\Desktop\WW Design\Multimode Icons\globe-01.png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859" y="5495540"/>
              <a:ext cx="256032" cy="256032"/>
            </a:xfrm>
            <a:prstGeom prst="rect">
              <a:avLst/>
            </a:prstGeom>
            <a:noFill/>
          </p:spPr>
        </p:pic>
      </p:grpSp>
      <p:grpSp>
        <p:nvGrpSpPr>
          <p:cNvPr id="14" name="Group 13"/>
          <p:cNvGrpSpPr/>
          <p:nvPr userDrawn="1"/>
        </p:nvGrpSpPr>
        <p:grpSpPr>
          <a:xfrm>
            <a:off x="2355828" y="5442941"/>
            <a:ext cx="365760" cy="365760"/>
            <a:chOff x="2355828" y="5442941"/>
            <a:chExt cx="365760" cy="365760"/>
          </a:xfrm>
        </p:grpSpPr>
        <p:sp>
          <p:nvSpPr>
            <p:cNvPr id="54" name="Oval 53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3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grpSp>
        <p:nvGrpSpPr>
          <p:cNvPr id="10" name="Group 9"/>
          <p:cNvGrpSpPr/>
          <p:nvPr userDrawn="1"/>
        </p:nvGrpSpPr>
        <p:grpSpPr>
          <a:xfrm>
            <a:off x="5236131" y="5468108"/>
            <a:ext cx="310896" cy="310896"/>
            <a:chOff x="5236131" y="5468108"/>
            <a:chExt cx="310896" cy="310896"/>
          </a:xfrm>
        </p:grpSpPr>
        <p:sp>
          <p:nvSpPr>
            <p:cNvPr id="66" name="Oval 65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4" name="Picture 73" descr="C:\Users\yhwang\Desktop\WW Design\Multimode Icons\facebook-01.png"/>
            <p:cNvPicPr>
              <a:picLocks noChangeAspect="1" noChangeArrowheads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2" name="Group 11"/>
          <p:cNvGrpSpPr/>
          <p:nvPr userDrawn="1"/>
        </p:nvGrpSpPr>
        <p:grpSpPr>
          <a:xfrm>
            <a:off x="4523337" y="5468108"/>
            <a:ext cx="310896" cy="310896"/>
            <a:chOff x="4523337" y="5468108"/>
            <a:chExt cx="310896" cy="310896"/>
          </a:xfrm>
        </p:grpSpPr>
        <p:sp>
          <p:nvSpPr>
            <p:cNvPr id="60" name="Oval 59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5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1" name="Group 10"/>
          <p:cNvGrpSpPr/>
          <p:nvPr userDrawn="1"/>
        </p:nvGrpSpPr>
        <p:grpSpPr>
          <a:xfrm>
            <a:off x="4879734" y="5468108"/>
            <a:ext cx="310896" cy="310896"/>
            <a:chOff x="4879734" y="5468108"/>
            <a:chExt cx="310896" cy="310896"/>
          </a:xfrm>
        </p:grpSpPr>
        <p:sp>
          <p:nvSpPr>
            <p:cNvPr id="63" name="Oval 62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6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9734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9" name="Group 8"/>
          <p:cNvGrpSpPr/>
          <p:nvPr userDrawn="1"/>
        </p:nvGrpSpPr>
        <p:grpSpPr>
          <a:xfrm>
            <a:off x="5949915" y="5468108"/>
            <a:ext cx="310896" cy="310896"/>
            <a:chOff x="5949915" y="5468108"/>
            <a:chExt cx="310896" cy="310896"/>
          </a:xfrm>
        </p:grpSpPr>
        <p:sp>
          <p:nvSpPr>
            <p:cNvPr id="69" name="Oval 68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7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9915" y="5468108"/>
              <a:ext cx="310896" cy="31089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38877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 bwMode="auto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2576" y="2043301"/>
            <a:ext cx="8723767" cy="1580962"/>
          </a:xfrm>
        </p:spPr>
        <p:txBody>
          <a:bodyPr anchor="b"/>
          <a:lstStyle>
            <a:lvl1pPr marL="0" indent="-457200" algn="l">
              <a:defRPr sz="6000" baseline="0"/>
            </a:lvl1pPr>
          </a:lstStyle>
          <a:p>
            <a:r>
              <a:rPr lang="en-US"/>
              <a:t>Click to edit text, two lines maximum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894" y="4059667"/>
            <a:ext cx="8709223" cy="456544"/>
          </a:xfrm>
        </p:spPr>
        <p:txBody>
          <a:bodyPr wrap="square" anchor="b">
            <a:noAutofit/>
          </a:bodyPr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114" name="Text Placeholder 113"/>
          <p:cNvSpPr>
            <a:spLocks noGrp="1"/>
          </p:cNvSpPr>
          <p:nvPr>
            <p:ph type="body" sz="quarter" idx="10"/>
          </p:nvPr>
        </p:nvSpPr>
        <p:spPr>
          <a:xfrm>
            <a:off x="567661" y="4799013"/>
            <a:ext cx="6407932" cy="514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341313" indent="0">
              <a:buNone/>
              <a:defRPr sz="1400"/>
            </a:lvl2pPr>
            <a:lvl3pPr marL="679450" indent="0">
              <a:buNone/>
              <a:defRPr sz="1200"/>
            </a:lvl3pPr>
            <a:lvl4pPr marL="966787" indent="0">
              <a:buNone/>
              <a:defRPr sz="1100"/>
            </a:lvl4pPr>
            <a:lvl5pPr marL="1146175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Rectangle 48"/>
          <p:cNvSpPr/>
          <p:nvPr userDrawn="1"/>
        </p:nvSpPr>
        <p:spPr bwMode="black">
          <a:xfrm>
            <a:off x="596040" y="4557713"/>
            <a:ext cx="1097683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83672" y="3056111"/>
            <a:ext cx="2412869" cy="803786"/>
          </a:xfrm>
          <a:prstGeom prst="rect">
            <a:avLst/>
          </a:prstGeom>
          <a:ln>
            <a:noFill/>
          </a:ln>
        </p:spPr>
      </p:pic>
      <p:pic>
        <p:nvPicPr>
          <p:cNvPr id="1026" name="Picture 2" descr="C:\Users\kathyp\Documents\00_Brand-Resources\Multimode Elements\Multimode Icons\PNG\Multimode-Icon_HA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40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kathyp\Documents\00_Brand-Resources\Multimode Elements\Multimode Icons\PNG\Multimode-Icon_HOLD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824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kathyp\Documents\00_Brand-Resources\Multimode Elements\Multimode Icons\PNG\Multimode-Icon_LAPTOP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211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kathyp\Documents\00_Brand-Resources\Multimode Elements\Multimode Icons\PNG\Multimode-Icon_STAND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392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kathyp\Documents\00_Brand-Resources\Multimode Elements\Multimode Icons\PNG\Multimode-Icon_STAND-Tablet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176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kathyp\Documents\00_Brand-Resources\Multimode Elements\Multimode Icons\PNG\Multimode-Icon_TABLE.png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3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kathyp\Documents\00_Brand-Resources\Multimode Elements\Multimode Icons\PNG\Multimode-Icon_TABLET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950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kathyp\Documents\00_Brand-Resources\Multimode Elements\Multimode Icons\PNG\Multimode-Icon_TENT.pn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528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kathyp\Documents\00_Brand-Resources\Multimode Elements\Multimode Icons\PNG\Multimode-Icon_TILT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312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C:\Users\kathyp\Documents\00_Brand-Resources\Multimode Elements\Multimode Icons\PNG\Multimode-Icon_TV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707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/>
          <p:cNvGrpSpPr/>
          <p:nvPr userDrawn="1"/>
        </p:nvGrpSpPr>
        <p:grpSpPr>
          <a:xfrm>
            <a:off x="2024598" y="5468108"/>
            <a:ext cx="310896" cy="310896"/>
            <a:chOff x="2024598" y="5468108"/>
            <a:chExt cx="310896" cy="310896"/>
          </a:xfrm>
        </p:grpSpPr>
        <p:sp>
          <p:nvSpPr>
            <p:cNvPr id="51" name="Oval 50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52" name="Picture 51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13" name="Group 12"/>
          <p:cNvGrpSpPr/>
          <p:nvPr userDrawn="1"/>
        </p:nvGrpSpPr>
        <p:grpSpPr>
          <a:xfrm>
            <a:off x="3094779" y="5468108"/>
            <a:ext cx="310896" cy="310896"/>
            <a:chOff x="3094779" y="5468108"/>
            <a:chExt cx="310896" cy="310896"/>
          </a:xfrm>
        </p:grpSpPr>
        <p:sp>
          <p:nvSpPr>
            <p:cNvPr id="57" name="Oval 56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1" name="Picture 9" descr="C:\Users\yhwang\Desktop\WW Design\Multimode Icons\twitter-01.png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4779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6" name="Group 15"/>
          <p:cNvGrpSpPr/>
          <p:nvPr userDrawn="1"/>
        </p:nvGrpSpPr>
        <p:grpSpPr>
          <a:xfrm>
            <a:off x="953427" y="5468108"/>
            <a:ext cx="310896" cy="310896"/>
            <a:chOff x="953427" y="5468108"/>
            <a:chExt cx="310896" cy="310896"/>
          </a:xfrm>
        </p:grpSpPr>
        <p:sp>
          <p:nvSpPr>
            <p:cNvPr id="6" name="Oval 5"/>
            <p:cNvSpPr/>
            <p:nvPr userDrawn="1"/>
          </p:nvSpPr>
          <p:spPr>
            <a:xfrm>
              <a:off x="953427" y="5468108"/>
              <a:ext cx="310896" cy="3108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2" name="Picture 5" descr="C:\Users\yhwang\Desktop\WW Design\Multimode Icons\globe-01.png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859" y="5495540"/>
              <a:ext cx="256032" cy="256032"/>
            </a:xfrm>
            <a:prstGeom prst="rect">
              <a:avLst/>
            </a:prstGeom>
            <a:noFill/>
          </p:spPr>
        </p:pic>
      </p:grpSp>
      <p:grpSp>
        <p:nvGrpSpPr>
          <p:cNvPr id="14" name="Group 13"/>
          <p:cNvGrpSpPr/>
          <p:nvPr userDrawn="1"/>
        </p:nvGrpSpPr>
        <p:grpSpPr>
          <a:xfrm>
            <a:off x="2355828" y="5442941"/>
            <a:ext cx="365760" cy="365760"/>
            <a:chOff x="2355828" y="5442941"/>
            <a:chExt cx="365760" cy="365760"/>
          </a:xfrm>
        </p:grpSpPr>
        <p:sp>
          <p:nvSpPr>
            <p:cNvPr id="54" name="Oval 53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3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grpSp>
        <p:nvGrpSpPr>
          <p:cNvPr id="10" name="Group 9"/>
          <p:cNvGrpSpPr/>
          <p:nvPr userDrawn="1"/>
        </p:nvGrpSpPr>
        <p:grpSpPr>
          <a:xfrm>
            <a:off x="5236131" y="5468108"/>
            <a:ext cx="310896" cy="310896"/>
            <a:chOff x="5236131" y="5468108"/>
            <a:chExt cx="310896" cy="310896"/>
          </a:xfrm>
        </p:grpSpPr>
        <p:sp>
          <p:nvSpPr>
            <p:cNvPr id="66" name="Oval 65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4" name="Picture 73" descr="C:\Users\yhwang\Desktop\WW Design\Multimode Icons\facebook-01.png"/>
            <p:cNvPicPr>
              <a:picLocks noChangeAspect="1" noChangeArrowheads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2" name="Group 11"/>
          <p:cNvGrpSpPr/>
          <p:nvPr userDrawn="1"/>
        </p:nvGrpSpPr>
        <p:grpSpPr>
          <a:xfrm>
            <a:off x="4523337" y="5468108"/>
            <a:ext cx="310896" cy="310896"/>
            <a:chOff x="4523337" y="5468108"/>
            <a:chExt cx="310896" cy="310896"/>
          </a:xfrm>
        </p:grpSpPr>
        <p:sp>
          <p:nvSpPr>
            <p:cNvPr id="60" name="Oval 59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5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1" name="Group 10"/>
          <p:cNvGrpSpPr/>
          <p:nvPr userDrawn="1"/>
        </p:nvGrpSpPr>
        <p:grpSpPr>
          <a:xfrm>
            <a:off x="4879734" y="5468108"/>
            <a:ext cx="310896" cy="310896"/>
            <a:chOff x="4879734" y="5468108"/>
            <a:chExt cx="310896" cy="310896"/>
          </a:xfrm>
        </p:grpSpPr>
        <p:sp>
          <p:nvSpPr>
            <p:cNvPr id="63" name="Oval 62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6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9734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9" name="Group 8"/>
          <p:cNvGrpSpPr/>
          <p:nvPr userDrawn="1"/>
        </p:nvGrpSpPr>
        <p:grpSpPr>
          <a:xfrm>
            <a:off x="5949915" y="5468108"/>
            <a:ext cx="310896" cy="310896"/>
            <a:chOff x="5949915" y="5468108"/>
            <a:chExt cx="310896" cy="310896"/>
          </a:xfrm>
        </p:grpSpPr>
        <p:sp>
          <p:nvSpPr>
            <p:cNvPr id="69" name="Oval 68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7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9915" y="5468108"/>
              <a:ext cx="310896" cy="310896"/>
            </a:xfrm>
            <a:prstGeom prst="rect">
              <a:avLst/>
            </a:prstGeom>
            <a:noFill/>
          </p:spPr>
        </p:pic>
      </p:grpSp>
      <p:cxnSp>
        <p:nvCxnSpPr>
          <p:cNvPr id="107" name="Straight Connector 106"/>
          <p:cNvCxnSpPr/>
          <p:nvPr userDrawn="1"/>
        </p:nvCxnSpPr>
        <p:spPr>
          <a:xfrm>
            <a:off x="596570" y="4664439"/>
            <a:ext cx="10419093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99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3669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192" y="1176866"/>
            <a:ext cx="11224014" cy="4877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7E8229-3237-4914-8B5E-79B0DA259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9A19501A-2BD8-413C-A869-D888369A024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2B9A4978-118E-4699-AE91-EB7481F8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10013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4" name="Subtitle 2"/>
          <p:cNvSpPr>
            <a:spLocks noGrp="1"/>
          </p:cNvSpPr>
          <p:nvPr>
            <p:ph type="subTitle" idx="12"/>
          </p:nvPr>
        </p:nvSpPr>
        <p:spPr>
          <a:xfrm>
            <a:off x="561256" y="914400"/>
            <a:ext cx="11069166" cy="29148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4276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192" y="1593908"/>
            <a:ext cx="11224014" cy="446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Subtitle 2"/>
          <p:cNvSpPr>
            <a:spLocks noGrp="1"/>
          </p:cNvSpPr>
          <p:nvPr>
            <p:ph type="subTitle" idx="12"/>
          </p:nvPr>
        </p:nvSpPr>
        <p:spPr>
          <a:xfrm>
            <a:off x="561256" y="914400"/>
            <a:ext cx="11069166" cy="29148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7541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46"/>
          <a:stretch/>
        </p:blipFill>
        <p:spPr>
          <a:xfrm>
            <a:off x="1524" y="4324350"/>
            <a:ext cx="12188952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192" y="1589714"/>
            <a:ext cx="11224014" cy="446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Subtitle 2"/>
          <p:cNvSpPr>
            <a:spLocks noGrp="1"/>
          </p:cNvSpPr>
          <p:nvPr>
            <p:ph type="subTitle" idx="12"/>
          </p:nvPr>
        </p:nvSpPr>
        <p:spPr>
          <a:xfrm>
            <a:off x="561256" y="914400"/>
            <a:ext cx="11069166" cy="29148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4982" y="5505441"/>
            <a:ext cx="1330737" cy="44330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 bwMode="gray">
          <a:xfrm>
            <a:off x="11748699" y="6395714"/>
            <a:ext cx="443301" cy="322249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slide number"/>
          <p:cNvSpPr txBox="1"/>
          <p:nvPr userDrawn="1"/>
        </p:nvSpPr>
        <p:spPr bwMode="white">
          <a:xfrm>
            <a:off x="11748699" y="6389258"/>
            <a:ext cx="450345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mtClean="0"/>
              <a:pPr lvl="0"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0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3192" y="1593909"/>
            <a:ext cx="5001768" cy="4560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945" y="1593909"/>
            <a:ext cx="4712853" cy="4560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8" name="Subtitle 2"/>
          <p:cNvSpPr>
            <a:spLocks noGrp="1"/>
          </p:cNvSpPr>
          <p:nvPr>
            <p:ph type="subTitle" idx="13"/>
          </p:nvPr>
        </p:nvSpPr>
        <p:spPr>
          <a:xfrm>
            <a:off x="561256" y="914400"/>
            <a:ext cx="11069166" cy="29148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05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3193" y="1593909"/>
            <a:ext cx="3609406" cy="4560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3003" y="1593909"/>
            <a:ext cx="3611880" cy="4560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3" name="Content Placeholder 92"/>
          <p:cNvSpPr>
            <a:spLocks noGrp="1"/>
          </p:cNvSpPr>
          <p:nvPr>
            <p:ph sz="quarter" idx="13"/>
          </p:nvPr>
        </p:nvSpPr>
        <p:spPr>
          <a:xfrm>
            <a:off x="8015288" y="1590183"/>
            <a:ext cx="3611880" cy="460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Subtitle 2"/>
          <p:cNvSpPr>
            <a:spLocks noGrp="1"/>
          </p:cNvSpPr>
          <p:nvPr>
            <p:ph type="subTitle" idx="14"/>
          </p:nvPr>
        </p:nvSpPr>
        <p:spPr>
          <a:xfrm>
            <a:off x="561256" y="914400"/>
            <a:ext cx="11069166" cy="29148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3247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Product">
    <p:bg bwMode="auto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 userDrawn="1"/>
        </p:nvSpPr>
        <p:spPr>
          <a:xfrm>
            <a:off x="5931017" y="0"/>
            <a:ext cx="6260983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46" r="6563"/>
          <a:stretch/>
        </p:blipFill>
        <p:spPr>
          <a:xfrm>
            <a:off x="1524" y="4324350"/>
            <a:ext cx="11389062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 userDrawn="1"/>
        </p:nvSpPr>
        <p:spPr bwMode="white">
          <a:xfrm>
            <a:off x="6800850" y="840981"/>
            <a:ext cx="4815286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9" name="Group 28"/>
          <p:cNvGrpSpPr>
            <a:grpSpLocks noChangeAspect="1"/>
          </p:cNvGrpSpPr>
          <p:nvPr userDrawn="1"/>
        </p:nvGrpSpPr>
        <p:grpSpPr bwMode="gray">
          <a:xfrm>
            <a:off x="6988336" y="6341251"/>
            <a:ext cx="4416552" cy="289610"/>
            <a:chOff x="-1225" y="1829"/>
            <a:chExt cx="10126" cy="664"/>
          </a:xfrm>
        </p:grpSpPr>
        <p:sp>
          <p:nvSpPr>
            <p:cNvPr id="131" name="Oval 29"/>
            <p:cNvSpPr>
              <a:spLocks noChangeArrowheads="1"/>
            </p:cNvSpPr>
            <p:nvPr userDrawn="1"/>
          </p:nvSpPr>
          <p:spPr bwMode="gray">
            <a:xfrm>
              <a:off x="356" y="2283"/>
              <a:ext cx="87" cy="88"/>
            </a:xfrm>
            <a:prstGeom prst="ellipse">
              <a:avLst/>
            </a:pr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Oval 30"/>
            <p:cNvSpPr>
              <a:spLocks noChangeArrowheads="1"/>
            </p:cNvSpPr>
            <p:nvPr userDrawn="1"/>
          </p:nvSpPr>
          <p:spPr bwMode="gray">
            <a:xfrm>
              <a:off x="500" y="2283"/>
              <a:ext cx="83" cy="88"/>
            </a:xfrm>
            <a:prstGeom prst="ellipse">
              <a:avLst/>
            </a:pr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Oval 31"/>
            <p:cNvSpPr>
              <a:spLocks noChangeArrowheads="1"/>
            </p:cNvSpPr>
            <p:nvPr userDrawn="1"/>
          </p:nvSpPr>
          <p:spPr bwMode="gray">
            <a:xfrm>
              <a:off x="640" y="2283"/>
              <a:ext cx="87" cy="88"/>
            </a:xfrm>
            <a:prstGeom prst="ellipse">
              <a:avLst/>
            </a:pr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32"/>
            <p:cNvSpPr>
              <a:spLocks/>
            </p:cNvSpPr>
            <p:nvPr userDrawn="1"/>
          </p:nvSpPr>
          <p:spPr bwMode="gray">
            <a:xfrm>
              <a:off x="8520" y="2152"/>
              <a:ext cx="274" cy="315"/>
            </a:xfrm>
            <a:custGeom>
              <a:avLst/>
              <a:gdLst>
                <a:gd name="T0" fmla="*/ 102 w 116"/>
                <a:gd name="T1" fmla="*/ 114 h 132"/>
                <a:gd name="T2" fmla="*/ 93 w 116"/>
                <a:gd name="T3" fmla="*/ 130 h 132"/>
                <a:gd name="T4" fmla="*/ 73 w 116"/>
                <a:gd name="T5" fmla="*/ 131 h 132"/>
                <a:gd name="T6" fmla="*/ 53 w 116"/>
                <a:gd name="T7" fmla="*/ 129 h 132"/>
                <a:gd name="T8" fmla="*/ 43 w 116"/>
                <a:gd name="T9" fmla="*/ 128 h 132"/>
                <a:gd name="T10" fmla="*/ 34 w 116"/>
                <a:gd name="T11" fmla="*/ 125 h 132"/>
                <a:gd name="T12" fmla="*/ 17 w 116"/>
                <a:gd name="T13" fmla="*/ 126 h 132"/>
                <a:gd name="T14" fmla="*/ 0 w 116"/>
                <a:gd name="T15" fmla="*/ 128 h 132"/>
                <a:gd name="T16" fmla="*/ 0 w 116"/>
                <a:gd name="T17" fmla="*/ 70 h 132"/>
                <a:gd name="T18" fmla="*/ 20 w 116"/>
                <a:gd name="T19" fmla="*/ 70 h 132"/>
                <a:gd name="T20" fmla="*/ 29 w 116"/>
                <a:gd name="T21" fmla="*/ 58 h 132"/>
                <a:gd name="T22" fmla="*/ 36 w 116"/>
                <a:gd name="T23" fmla="*/ 45 h 132"/>
                <a:gd name="T24" fmla="*/ 44 w 116"/>
                <a:gd name="T25" fmla="*/ 37 h 132"/>
                <a:gd name="T26" fmla="*/ 51 w 116"/>
                <a:gd name="T27" fmla="*/ 15 h 132"/>
                <a:gd name="T28" fmla="*/ 52 w 116"/>
                <a:gd name="T29" fmla="*/ 0 h 132"/>
                <a:gd name="T30" fmla="*/ 66 w 116"/>
                <a:gd name="T31" fmla="*/ 36 h 132"/>
                <a:gd name="T32" fmla="*/ 67 w 116"/>
                <a:gd name="T33" fmla="*/ 50 h 132"/>
                <a:gd name="T34" fmla="*/ 84 w 116"/>
                <a:gd name="T35" fmla="*/ 50 h 132"/>
                <a:gd name="T36" fmla="*/ 108 w 116"/>
                <a:gd name="T37" fmla="*/ 57 h 132"/>
                <a:gd name="T38" fmla="*/ 114 w 116"/>
                <a:gd name="T39" fmla="*/ 64 h 132"/>
                <a:gd name="T40" fmla="*/ 112 w 116"/>
                <a:gd name="T41" fmla="*/ 73 h 132"/>
                <a:gd name="T42" fmla="*/ 115 w 116"/>
                <a:gd name="T43" fmla="*/ 84 h 132"/>
                <a:gd name="T44" fmla="*/ 111 w 116"/>
                <a:gd name="T45" fmla="*/ 94 h 132"/>
                <a:gd name="T46" fmla="*/ 112 w 116"/>
                <a:gd name="T47" fmla="*/ 102 h 132"/>
                <a:gd name="T48" fmla="*/ 102 w 116"/>
                <a:gd name="T49" fmla="*/ 11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16" h="132">
                  <a:moveTo>
                    <a:pt x="102" y="114"/>
                  </a:moveTo>
                  <a:cubicBezTo>
                    <a:pt x="103" y="121"/>
                    <a:pt x="99" y="128"/>
                    <a:pt x="93" y="130"/>
                  </a:cubicBezTo>
                  <a:cubicBezTo>
                    <a:pt x="88" y="132"/>
                    <a:pt x="79" y="131"/>
                    <a:pt x="73" y="131"/>
                  </a:cubicBezTo>
                  <a:cubicBezTo>
                    <a:pt x="66" y="131"/>
                    <a:pt x="60" y="130"/>
                    <a:pt x="53" y="129"/>
                  </a:cubicBezTo>
                  <a:cubicBezTo>
                    <a:pt x="49" y="129"/>
                    <a:pt x="46" y="129"/>
                    <a:pt x="43" y="128"/>
                  </a:cubicBezTo>
                  <a:cubicBezTo>
                    <a:pt x="40" y="127"/>
                    <a:pt x="37" y="126"/>
                    <a:pt x="34" y="125"/>
                  </a:cubicBezTo>
                  <a:cubicBezTo>
                    <a:pt x="28" y="125"/>
                    <a:pt x="22" y="126"/>
                    <a:pt x="17" y="126"/>
                  </a:cubicBezTo>
                  <a:cubicBezTo>
                    <a:pt x="11" y="127"/>
                    <a:pt x="6" y="127"/>
                    <a:pt x="0" y="128"/>
                  </a:cubicBezTo>
                  <a:cubicBezTo>
                    <a:pt x="0" y="108"/>
                    <a:pt x="0" y="89"/>
                    <a:pt x="0" y="70"/>
                  </a:cubicBezTo>
                  <a:cubicBezTo>
                    <a:pt x="6" y="69"/>
                    <a:pt x="14" y="71"/>
                    <a:pt x="20" y="70"/>
                  </a:cubicBezTo>
                  <a:cubicBezTo>
                    <a:pt x="24" y="69"/>
                    <a:pt x="27" y="62"/>
                    <a:pt x="29" y="58"/>
                  </a:cubicBezTo>
                  <a:cubicBezTo>
                    <a:pt x="32" y="54"/>
                    <a:pt x="34" y="49"/>
                    <a:pt x="36" y="45"/>
                  </a:cubicBezTo>
                  <a:cubicBezTo>
                    <a:pt x="38" y="42"/>
                    <a:pt x="42" y="40"/>
                    <a:pt x="44" y="37"/>
                  </a:cubicBezTo>
                  <a:cubicBezTo>
                    <a:pt x="47" y="31"/>
                    <a:pt x="50" y="23"/>
                    <a:pt x="51" y="15"/>
                  </a:cubicBezTo>
                  <a:cubicBezTo>
                    <a:pt x="51" y="10"/>
                    <a:pt x="50" y="5"/>
                    <a:pt x="52" y="0"/>
                  </a:cubicBezTo>
                  <a:cubicBezTo>
                    <a:pt x="68" y="0"/>
                    <a:pt x="68" y="19"/>
                    <a:pt x="66" y="36"/>
                  </a:cubicBezTo>
                  <a:cubicBezTo>
                    <a:pt x="66" y="40"/>
                    <a:pt x="64" y="47"/>
                    <a:pt x="67" y="50"/>
                  </a:cubicBezTo>
                  <a:cubicBezTo>
                    <a:pt x="70" y="51"/>
                    <a:pt x="79" y="50"/>
                    <a:pt x="84" y="50"/>
                  </a:cubicBezTo>
                  <a:cubicBezTo>
                    <a:pt x="96" y="50"/>
                    <a:pt x="102" y="52"/>
                    <a:pt x="108" y="57"/>
                  </a:cubicBezTo>
                  <a:cubicBezTo>
                    <a:pt x="110" y="58"/>
                    <a:pt x="114" y="61"/>
                    <a:pt x="114" y="64"/>
                  </a:cubicBezTo>
                  <a:cubicBezTo>
                    <a:pt x="115" y="67"/>
                    <a:pt x="112" y="70"/>
                    <a:pt x="112" y="73"/>
                  </a:cubicBezTo>
                  <a:cubicBezTo>
                    <a:pt x="112" y="77"/>
                    <a:pt x="116" y="81"/>
                    <a:pt x="115" y="84"/>
                  </a:cubicBezTo>
                  <a:cubicBezTo>
                    <a:pt x="115" y="87"/>
                    <a:pt x="111" y="90"/>
                    <a:pt x="111" y="94"/>
                  </a:cubicBezTo>
                  <a:cubicBezTo>
                    <a:pt x="110" y="96"/>
                    <a:pt x="112" y="99"/>
                    <a:pt x="112" y="102"/>
                  </a:cubicBezTo>
                  <a:cubicBezTo>
                    <a:pt x="111" y="108"/>
                    <a:pt x="104" y="109"/>
                    <a:pt x="102" y="114"/>
                  </a:cubicBezTo>
                </a:path>
              </a:pathLst>
            </a:cu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33"/>
            <p:cNvSpPr>
              <a:spLocks/>
            </p:cNvSpPr>
            <p:nvPr userDrawn="1"/>
          </p:nvSpPr>
          <p:spPr bwMode="gray">
            <a:xfrm>
              <a:off x="-1136" y="2183"/>
              <a:ext cx="272" cy="286"/>
            </a:xfrm>
            <a:custGeom>
              <a:avLst/>
              <a:gdLst>
                <a:gd name="T0" fmla="*/ 154 w 272"/>
                <a:gd name="T1" fmla="*/ 0 h 286"/>
                <a:gd name="T2" fmla="*/ 154 w 272"/>
                <a:gd name="T3" fmla="*/ 126 h 286"/>
                <a:gd name="T4" fmla="*/ 272 w 272"/>
                <a:gd name="T5" fmla="*/ 126 h 286"/>
                <a:gd name="T6" fmla="*/ 272 w 272"/>
                <a:gd name="T7" fmla="*/ 160 h 286"/>
                <a:gd name="T8" fmla="*/ 154 w 272"/>
                <a:gd name="T9" fmla="*/ 160 h 286"/>
                <a:gd name="T10" fmla="*/ 154 w 272"/>
                <a:gd name="T11" fmla="*/ 286 h 286"/>
                <a:gd name="T12" fmla="*/ 119 w 272"/>
                <a:gd name="T13" fmla="*/ 286 h 286"/>
                <a:gd name="T14" fmla="*/ 119 w 272"/>
                <a:gd name="T15" fmla="*/ 160 h 286"/>
                <a:gd name="T16" fmla="*/ 0 w 272"/>
                <a:gd name="T17" fmla="*/ 160 h 286"/>
                <a:gd name="T18" fmla="*/ 0 w 272"/>
                <a:gd name="T19" fmla="*/ 126 h 286"/>
                <a:gd name="T20" fmla="*/ 119 w 272"/>
                <a:gd name="T21" fmla="*/ 126 h 286"/>
                <a:gd name="T22" fmla="*/ 119 w 272"/>
                <a:gd name="T23" fmla="*/ 0 h 286"/>
                <a:gd name="T24" fmla="*/ 154 w 272"/>
                <a:gd name="T25" fmla="*/ 0 h 286"/>
                <a:gd name="T26" fmla="*/ 154 w 272"/>
                <a:gd name="T27" fmla="*/ 0 h 286"/>
                <a:gd name="T28" fmla="*/ 154 w 272"/>
                <a:gd name="T29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2" h="286">
                  <a:moveTo>
                    <a:pt x="154" y="0"/>
                  </a:moveTo>
                  <a:lnTo>
                    <a:pt x="154" y="126"/>
                  </a:lnTo>
                  <a:lnTo>
                    <a:pt x="272" y="126"/>
                  </a:lnTo>
                  <a:lnTo>
                    <a:pt x="272" y="160"/>
                  </a:lnTo>
                  <a:lnTo>
                    <a:pt x="154" y="160"/>
                  </a:lnTo>
                  <a:lnTo>
                    <a:pt x="154" y="286"/>
                  </a:lnTo>
                  <a:lnTo>
                    <a:pt x="119" y="286"/>
                  </a:lnTo>
                  <a:lnTo>
                    <a:pt x="119" y="160"/>
                  </a:lnTo>
                  <a:lnTo>
                    <a:pt x="0" y="160"/>
                  </a:lnTo>
                  <a:lnTo>
                    <a:pt x="0" y="126"/>
                  </a:lnTo>
                  <a:lnTo>
                    <a:pt x="119" y="126"/>
                  </a:lnTo>
                  <a:lnTo>
                    <a:pt x="119" y="0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34"/>
            <p:cNvSpPr>
              <a:spLocks/>
            </p:cNvSpPr>
            <p:nvPr userDrawn="1"/>
          </p:nvSpPr>
          <p:spPr bwMode="gray">
            <a:xfrm>
              <a:off x="-1136" y="2183"/>
              <a:ext cx="272" cy="286"/>
            </a:xfrm>
            <a:custGeom>
              <a:avLst/>
              <a:gdLst>
                <a:gd name="T0" fmla="*/ 154 w 272"/>
                <a:gd name="T1" fmla="*/ 0 h 286"/>
                <a:gd name="T2" fmla="*/ 154 w 272"/>
                <a:gd name="T3" fmla="*/ 126 h 286"/>
                <a:gd name="T4" fmla="*/ 272 w 272"/>
                <a:gd name="T5" fmla="*/ 126 h 286"/>
                <a:gd name="T6" fmla="*/ 272 w 272"/>
                <a:gd name="T7" fmla="*/ 160 h 286"/>
                <a:gd name="T8" fmla="*/ 154 w 272"/>
                <a:gd name="T9" fmla="*/ 160 h 286"/>
                <a:gd name="T10" fmla="*/ 154 w 272"/>
                <a:gd name="T11" fmla="*/ 286 h 286"/>
                <a:gd name="T12" fmla="*/ 119 w 272"/>
                <a:gd name="T13" fmla="*/ 286 h 286"/>
                <a:gd name="T14" fmla="*/ 119 w 272"/>
                <a:gd name="T15" fmla="*/ 160 h 286"/>
                <a:gd name="T16" fmla="*/ 0 w 272"/>
                <a:gd name="T17" fmla="*/ 160 h 286"/>
                <a:gd name="T18" fmla="*/ 0 w 272"/>
                <a:gd name="T19" fmla="*/ 126 h 286"/>
                <a:gd name="T20" fmla="*/ 119 w 272"/>
                <a:gd name="T21" fmla="*/ 126 h 286"/>
                <a:gd name="T22" fmla="*/ 119 w 272"/>
                <a:gd name="T23" fmla="*/ 0 h 286"/>
                <a:gd name="T24" fmla="*/ 154 w 272"/>
                <a:gd name="T25" fmla="*/ 0 h 286"/>
                <a:gd name="T26" fmla="*/ 154 w 272"/>
                <a:gd name="T27" fmla="*/ 0 h 286"/>
                <a:gd name="T28" fmla="*/ 154 w 272"/>
                <a:gd name="T29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2" h="286">
                  <a:moveTo>
                    <a:pt x="154" y="0"/>
                  </a:moveTo>
                  <a:lnTo>
                    <a:pt x="154" y="126"/>
                  </a:lnTo>
                  <a:lnTo>
                    <a:pt x="272" y="126"/>
                  </a:lnTo>
                  <a:lnTo>
                    <a:pt x="272" y="160"/>
                  </a:lnTo>
                  <a:lnTo>
                    <a:pt x="154" y="160"/>
                  </a:lnTo>
                  <a:lnTo>
                    <a:pt x="154" y="286"/>
                  </a:lnTo>
                  <a:lnTo>
                    <a:pt x="119" y="286"/>
                  </a:lnTo>
                  <a:lnTo>
                    <a:pt x="119" y="160"/>
                  </a:lnTo>
                  <a:lnTo>
                    <a:pt x="0" y="160"/>
                  </a:lnTo>
                  <a:lnTo>
                    <a:pt x="0" y="126"/>
                  </a:lnTo>
                  <a:lnTo>
                    <a:pt x="119" y="126"/>
                  </a:lnTo>
                  <a:lnTo>
                    <a:pt x="119" y="0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35"/>
            <p:cNvSpPr>
              <a:spLocks/>
            </p:cNvSpPr>
            <p:nvPr userDrawn="1"/>
          </p:nvSpPr>
          <p:spPr bwMode="gray">
            <a:xfrm>
              <a:off x="-441" y="2159"/>
              <a:ext cx="350" cy="334"/>
            </a:xfrm>
            <a:custGeom>
              <a:avLst/>
              <a:gdLst>
                <a:gd name="T0" fmla="*/ 126 w 148"/>
                <a:gd name="T1" fmla="*/ 97 h 140"/>
                <a:gd name="T2" fmla="*/ 111 w 148"/>
                <a:gd name="T3" fmla="*/ 104 h 140"/>
                <a:gd name="T4" fmla="*/ 43 w 148"/>
                <a:gd name="T5" fmla="*/ 72 h 140"/>
                <a:gd name="T6" fmla="*/ 43 w 148"/>
                <a:gd name="T7" fmla="*/ 71 h 140"/>
                <a:gd name="T8" fmla="*/ 113 w 148"/>
                <a:gd name="T9" fmla="*/ 39 h 140"/>
                <a:gd name="T10" fmla="*/ 126 w 148"/>
                <a:gd name="T11" fmla="*/ 43 h 140"/>
                <a:gd name="T12" fmla="*/ 148 w 148"/>
                <a:gd name="T13" fmla="*/ 21 h 140"/>
                <a:gd name="T14" fmla="*/ 126 w 148"/>
                <a:gd name="T15" fmla="*/ 0 h 140"/>
                <a:gd name="T16" fmla="*/ 105 w 148"/>
                <a:gd name="T17" fmla="*/ 21 h 140"/>
                <a:gd name="T18" fmla="*/ 105 w 148"/>
                <a:gd name="T19" fmla="*/ 26 h 140"/>
                <a:gd name="T20" fmla="*/ 39 w 148"/>
                <a:gd name="T21" fmla="*/ 57 h 140"/>
                <a:gd name="T22" fmla="*/ 22 w 148"/>
                <a:gd name="T23" fmla="*/ 49 h 140"/>
                <a:gd name="T24" fmla="*/ 0 w 148"/>
                <a:gd name="T25" fmla="*/ 70 h 140"/>
                <a:gd name="T26" fmla="*/ 22 w 148"/>
                <a:gd name="T27" fmla="*/ 92 h 140"/>
                <a:gd name="T28" fmla="*/ 37 w 148"/>
                <a:gd name="T29" fmla="*/ 85 h 140"/>
                <a:gd name="T30" fmla="*/ 105 w 148"/>
                <a:gd name="T31" fmla="*/ 117 h 140"/>
                <a:gd name="T32" fmla="*/ 105 w 148"/>
                <a:gd name="T33" fmla="*/ 119 h 140"/>
                <a:gd name="T34" fmla="*/ 126 w 148"/>
                <a:gd name="T35" fmla="*/ 140 h 140"/>
                <a:gd name="T36" fmla="*/ 148 w 148"/>
                <a:gd name="T37" fmla="*/ 119 h 140"/>
                <a:gd name="T38" fmla="*/ 126 w 148"/>
                <a:gd name="T39" fmla="*/ 97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140">
                  <a:moveTo>
                    <a:pt x="126" y="97"/>
                  </a:moveTo>
                  <a:cubicBezTo>
                    <a:pt x="120" y="97"/>
                    <a:pt x="115" y="100"/>
                    <a:pt x="111" y="104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3" y="72"/>
                    <a:pt x="43" y="71"/>
                    <a:pt x="43" y="71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7" y="41"/>
                    <a:pt x="121" y="43"/>
                    <a:pt x="126" y="43"/>
                  </a:cubicBezTo>
                  <a:cubicBezTo>
                    <a:pt x="138" y="43"/>
                    <a:pt x="148" y="33"/>
                    <a:pt x="148" y="21"/>
                  </a:cubicBezTo>
                  <a:cubicBezTo>
                    <a:pt x="148" y="9"/>
                    <a:pt x="138" y="0"/>
                    <a:pt x="126" y="0"/>
                  </a:cubicBezTo>
                  <a:cubicBezTo>
                    <a:pt x="114" y="0"/>
                    <a:pt x="105" y="9"/>
                    <a:pt x="105" y="21"/>
                  </a:cubicBezTo>
                  <a:cubicBezTo>
                    <a:pt x="105" y="23"/>
                    <a:pt x="105" y="24"/>
                    <a:pt x="105" y="2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5" y="52"/>
                    <a:pt x="29" y="49"/>
                    <a:pt x="22" y="49"/>
                  </a:cubicBezTo>
                  <a:cubicBezTo>
                    <a:pt x="10" y="49"/>
                    <a:pt x="0" y="58"/>
                    <a:pt x="0" y="70"/>
                  </a:cubicBezTo>
                  <a:cubicBezTo>
                    <a:pt x="0" y="82"/>
                    <a:pt x="10" y="92"/>
                    <a:pt x="22" y="92"/>
                  </a:cubicBezTo>
                  <a:cubicBezTo>
                    <a:pt x="28" y="92"/>
                    <a:pt x="33" y="89"/>
                    <a:pt x="37" y="85"/>
                  </a:cubicBezTo>
                  <a:cubicBezTo>
                    <a:pt x="105" y="117"/>
                    <a:pt x="105" y="117"/>
                    <a:pt x="105" y="117"/>
                  </a:cubicBezTo>
                  <a:cubicBezTo>
                    <a:pt x="105" y="118"/>
                    <a:pt x="105" y="118"/>
                    <a:pt x="105" y="119"/>
                  </a:cubicBezTo>
                  <a:cubicBezTo>
                    <a:pt x="105" y="131"/>
                    <a:pt x="114" y="140"/>
                    <a:pt x="126" y="140"/>
                  </a:cubicBezTo>
                  <a:cubicBezTo>
                    <a:pt x="138" y="140"/>
                    <a:pt x="148" y="131"/>
                    <a:pt x="148" y="119"/>
                  </a:cubicBezTo>
                  <a:cubicBezTo>
                    <a:pt x="148" y="107"/>
                    <a:pt x="138" y="97"/>
                    <a:pt x="126" y="97"/>
                  </a:cubicBezTo>
                </a:path>
              </a:pathLst>
            </a:cu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36"/>
            <p:cNvSpPr>
              <a:spLocks/>
            </p:cNvSpPr>
            <p:nvPr userDrawn="1"/>
          </p:nvSpPr>
          <p:spPr bwMode="gray">
            <a:xfrm>
              <a:off x="-1225" y="1829"/>
              <a:ext cx="1862" cy="132"/>
            </a:xfrm>
            <a:custGeom>
              <a:avLst/>
              <a:gdLst>
                <a:gd name="T0" fmla="*/ 0 w 1862"/>
                <a:gd name="T1" fmla="*/ 0 h 132"/>
                <a:gd name="T2" fmla="*/ 1862 w 1862"/>
                <a:gd name="T3" fmla="*/ 0 h 132"/>
                <a:gd name="T4" fmla="*/ 1862 w 1862"/>
                <a:gd name="T5" fmla="*/ 132 h 132"/>
                <a:gd name="T6" fmla="*/ 0 w 1862"/>
                <a:gd name="T7" fmla="*/ 132 h 132"/>
                <a:gd name="T8" fmla="*/ 0 w 1862"/>
                <a:gd name="T9" fmla="*/ 0 h 132"/>
                <a:gd name="T10" fmla="*/ 0 w 1862"/>
                <a:gd name="T11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62" h="132">
                  <a:moveTo>
                    <a:pt x="0" y="0"/>
                  </a:moveTo>
                  <a:lnTo>
                    <a:pt x="1862" y="0"/>
                  </a:lnTo>
                  <a:lnTo>
                    <a:pt x="1862" y="132"/>
                  </a:lnTo>
                  <a:lnTo>
                    <a:pt x="0" y="1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31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Rectangle 37"/>
            <p:cNvSpPr>
              <a:spLocks noChangeArrowheads="1"/>
            </p:cNvSpPr>
            <p:nvPr userDrawn="1"/>
          </p:nvSpPr>
          <p:spPr bwMode="gray">
            <a:xfrm>
              <a:off x="-1225" y="1958"/>
              <a:ext cx="10126" cy="21"/>
            </a:xfrm>
            <a:prstGeom prst="rect">
              <a:avLst/>
            </a:prstGeom>
            <a:solidFill>
              <a:srgbClr val="8D8F8E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21407" y="961121"/>
            <a:ext cx="4556458" cy="808956"/>
          </a:xfrm>
        </p:spPr>
        <p:txBody>
          <a:bodyPr lIns="182880" rIns="182880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Click to edit Product text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921407" y="2020824"/>
            <a:ext cx="4556458" cy="4113553"/>
          </a:xfrm>
        </p:spPr>
        <p:txBody>
          <a:bodyPr lIns="91440" rIns="91440">
            <a:no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988336" y="1908190"/>
            <a:ext cx="4416552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Picture Placeholder 186"/>
          <p:cNvSpPr>
            <a:spLocks noGrp="1"/>
          </p:cNvSpPr>
          <p:nvPr>
            <p:ph type="pic" sz="quarter" idx="14"/>
          </p:nvPr>
        </p:nvSpPr>
        <p:spPr>
          <a:xfrm>
            <a:off x="581025" y="556261"/>
            <a:ext cx="6048375" cy="524287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Rectangle 29"/>
          <p:cNvSpPr/>
          <p:nvPr userDrawn="1"/>
        </p:nvSpPr>
        <p:spPr bwMode="gray">
          <a:xfrm>
            <a:off x="11748699" y="6395714"/>
            <a:ext cx="443301" cy="322249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slide number"/>
          <p:cNvSpPr txBox="1"/>
          <p:nvPr userDrawn="1"/>
        </p:nvSpPr>
        <p:spPr bwMode="white">
          <a:xfrm>
            <a:off x="11748699" y="6389258"/>
            <a:ext cx="450345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mtClean="0"/>
              <a:pPr lvl="0" algn="ctr"/>
              <a:t>‹#›</a:t>
            </a:fld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4982" y="5505441"/>
            <a:ext cx="1330737" cy="4433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94950" cy="71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49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35286" y="-22860"/>
            <a:ext cx="5370512" cy="690372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 bwMode="invGray">
          <a:xfrm>
            <a:off x="6985955" y="6330311"/>
            <a:ext cx="4422614" cy="392167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590" y="1593910"/>
            <a:ext cx="6247727" cy="4460752"/>
          </a:xfrm>
        </p:spPr>
        <p:txBody>
          <a:bodyPr rIns="2743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351" y="274321"/>
            <a:ext cx="6091966" cy="522634"/>
          </a:xfrm>
        </p:spPr>
        <p:txBody>
          <a:bodyPr rIns="27432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4" name="Subtitle 2"/>
          <p:cNvSpPr>
            <a:spLocks noGrp="1"/>
          </p:cNvSpPr>
          <p:nvPr>
            <p:ph type="subTitle" idx="12"/>
          </p:nvPr>
        </p:nvSpPr>
        <p:spPr>
          <a:xfrm>
            <a:off x="561256" y="914400"/>
            <a:ext cx="6080061" cy="291489"/>
          </a:xfrm>
        </p:spPr>
        <p:txBody>
          <a:bodyPr rIns="18288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09144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09057" y="251670"/>
            <a:ext cx="394282" cy="511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-16764" y="-22860"/>
            <a:ext cx="12225528" cy="690372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0" y="3525794"/>
            <a:ext cx="7884015" cy="2290805"/>
          </a:xfrm>
          <a:solidFill>
            <a:srgbClr val="FFFFFF">
              <a:alpha val="75000"/>
            </a:srgbClr>
          </a:solidFill>
        </p:spPr>
        <p:txBody>
          <a:bodyPr lIns="548640" tIns="182880" rIns="548640" bIns="182880"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7" name="Text Placeholder 5"/>
          <p:cNvSpPr>
            <a:spLocks noGrp="1"/>
          </p:cNvSpPr>
          <p:nvPr>
            <p:ph type="body" sz="quarter" idx="19"/>
          </p:nvPr>
        </p:nvSpPr>
        <p:spPr bwMode="invGray">
          <a:xfrm>
            <a:off x="568982" y="151551"/>
            <a:ext cx="4422614" cy="392167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426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2000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0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1781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4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04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3_Section Header">
    <p:bg bwMode="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2000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0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1781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4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29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">
    <p:bg bwMode="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2000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0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1781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4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1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Section Header">
    <p:bg bwMode="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2000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0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1781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4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60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2">
    <p:bg bwMode="lt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0476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1524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2494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sp>
        <p:nvSpPr>
          <p:cNvPr id="13" name="Oval 12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9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 2">
    <p:bg bwMode="lt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0476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1524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2494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Internal. All rights reserved.</a:t>
            </a:r>
          </a:p>
        </p:txBody>
      </p:sp>
      <p:sp>
        <p:nvSpPr>
          <p:cNvPr id="13" name="Oval 12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3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46"/>
          <a:stretch/>
        </p:blipFill>
        <p:spPr>
          <a:xfrm>
            <a:off x="1524" y="4324350"/>
            <a:ext cx="12188952" cy="2533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roup 105"/>
          <p:cNvGrpSpPr/>
          <p:nvPr userDrawn="1"/>
        </p:nvGrpSpPr>
        <p:grpSpPr bwMode="gray">
          <a:xfrm>
            <a:off x="1828170" y="993484"/>
            <a:ext cx="8535661" cy="4341742"/>
            <a:chOff x="1828170" y="1258957"/>
            <a:chExt cx="8535661" cy="4341742"/>
          </a:xfrm>
        </p:grpSpPr>
        <p:sp>
          <p:nvSpPr>
            <p:cNvPr id="105" name="Freeform 9"/>
            <p:cNvSpPr>
              <a:spLocks/>
            </p:cNvSpPr>
            <p:nvPr userDrawn="1"/>
          </p:nvSpPr>
          <p:spPr bwMode="gray">
            <a:xfrm>
              <a:off x="5610226" y="4994274"/>
              <a:ext cx="974725" cy="606425"/>
            </a:xfrm>
            <a:custGeom>
              <a:avLst/>
              <a:gdLst>
                <a:gd name="T0" fmla="*/ 122 w 257"/>
                <a:gd name="T1" fmla="*/ 155 h 159"/>
                <a:gd name="T2" fmla="*/ 4 w 257"/>
                <a:gd name="T3" fmla="*/ 12 h 159"/>
                <a:gd name="T4" fmla="*/ 10 w 257"/>
                <a:gd name="T5" fmla="*/ 0 h 159"/>
                <a:gd name="T6" fmla="*/ 247 w 257"/>
                <a:gd name="T7" fmla="*/ 0 h 159"/>
                <a:gd name="T8" fmla="*/ 253 w 257"/>
                <a:gd name="T9" fmla="*/ 12 h 159"/>
                <a:gd name="T10" fmla="*/ 134 w 257"/>
                <a:gd name="T11" fmla="*/ 155 h 159"/>
                <a:gd name="T12" fmla="*/ 122 w 257"/>
                <a:gd name="T13" fmla="*/ 1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7" h="159">
                  <a:moveTo>
                    <a:pt x="122" y="155"/>
                  </a:moveTo>
                  <a:cubicBezTo>
                    <a:pt x="4" y="12"/>
                    <a:pt x="4" y="12"/>
                    <a:pt x="4" y="12"/>
                  </a:cubicBezTo>
                  <a:cubicBezTo>
                    <a:pt x="0" y="7"/>
                    <a:pt x="3" y="0"/>
                    <a:pt x="10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3" y="0"/>
                    <a:pt x="257" y="7"/>
                    <a:pt x="253" y="12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1" y="159"/>
                    <a:pt x="125" y="159"/>
                    <a:pt x="122" y="1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Rounded Rectangle 10"/>
            <p:cNvSpPr/>
            <p:nvPr userDrawn="1"/>
          </p:nvSpPr>
          <p:spPr bwMode="gray">
            <a:xfrm>
              <a:off x="1828170" y="1258957"/>
              <a:ext cx="8535661" cy="3893151"/>
            </a:xfrm>
            <a:prstGeom prst="roundRect">
              <a:avLst>
                <a:gd name="adj" fmla="val 543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8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042663" y="1276349"/>
            <a:ext cx="8106674" cy="324264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pic>
        <p:nvPicPr>
          <p:cNvPr id="109" name="Picture 10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6013481"/>
            <a:ext cx="10058400" cy="681925"/>
          </a:xfrm>
          <a:prstGeom prst="rect">
            <a:avLst/>
          </a:prstGeom>
        </p:spPr>
      </p:pic>
      <p:sp>
        <p:nvSpPr>
          <p:cNvPr id="111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3293269" y="5555972"/>
            <a:ext cx="5605462" cy="8763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quote source</a:t>
            </a:r>
          </a:p>
        </p:txBody>
      </p:sp>
      <p:grpSp>
        <p:nvGrpSpPr>
          <p:cNvPr id="119" name="Group 118"/>
          <p:cNvGrpSpPr/>
          <p:nvPr userDrawn="1"/>
        </p:nvGrpSpPr>
        <p:grpSpPr>
          <a:xfrm>
            <a:off x="5800725" y="4633135"/>
            <a:ext cx="590550" cy="104775"/>
            <a:chOff x="5738813" y="4606631"/>
            <a:chExt cx="590550" cy="104775"/>
          </a:xfrm>
          <a:solidFill>
            <a:schemeClr val="accent5"/>
          </a:solidFill>
        </p:grpSpPr>
        <p:sp>
          <p:nvSpPr>
            <p:cNvPr id="116" name="Oval 115"/>
            <p:cNvSpPr/>
            <p:nvPr userDrawn="1"/>
          </p:nvSpPr>
          <p:spPr>
            <a:xfrm>
              <a:off x="5738813" y="4606631"/>
              <a:ext cx="104775" cy="1047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Oval 116"/>
            <p:cNvSpPr/>
            <p:nvPr userDrawn="1"/>
          </p:nvSpPr>
          <p:spPr>
            <a:xfrm>
              <a:off x="5981700" y="4606631"/>
              <a:ext cx="104775" cy="1047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8" name="Oval 117"/>
            <p:cNvSpPr/>
            <p:nvPr userDrawn="1"/>
          </p:nvSpPr>
          <p:spPr>
            <a:xfrm>
              <a:off x="6224588" y="4606631"/>
              <a:ext cx="104775" cy="1047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 userDrawn="1"/>
        </p:nvGrpSpPr>
        <p:grpSpPr bwMode="gray">
          <a:xfrm>
            <a:off x="5853433" y="734066"/>
            <a:ext cx="485134" cy="485134"/>
            <a:chOff x="5853433" y="734066"/>
            <a:chExt cx="485134" cy="485134"/>
          </a:xfrm>
        </p:grpSpPr>
        <p:sp>
          <p:nvSpPr>
            <p:cNvPr id="8" name="Oval 7"/>
            <p:cNvSpPr/>
            <p:nvPr userDrawn="1"/>
          </p:nvSpPr>
          <p:spPr bwMode="gray">
            <a:xfrm>
              <a:off x="5886450" y="767634"/>
              <a:ext cx="419098" cy="41909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gray">
            <a:xfrm>
              <a:off x="5853433" y="734066"/>
              <a:ext cx="485134" cy="485134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206 w 412"/>
                <a:gd name="T11" fmla="*/ 376 h 412"/>
                <a:gd name="T12" fmla="*/ 36 w 412"/>
                <a:gd name="T13" fmla="*/ 206 h 412"/>
                <a:gd name="T14" fmla="*/ 206 w 412"/>
                <a:gd name="T15" fmla="*/ 36 h 412"/>
                <a:gd name="T16" fmla="*/ 376 w 412"/>
                <a:gd name="T17" fmla="*/ 206 h 412"/>
                <a:gd name="T18" fmla="*/ 206 w 412"/>
                <a:gd name="T19" fmla="*/ 376 h 412"/>
                <a:gd name="T20" fmla="*/ 189 w 412"/>
                <a:gd name="T21" fmla="*/ 262 h 412"/>
                <a:gd name="T22" fmla="*/ 125 w 412"/>
                <a:gd name="T23" fmla="*/ 262 h 412"/>
                <a:gd name="T24" fmla="*/ 125 w 412"/>
                <a:gd name="T25" fmla="*/ 216 h 412"/>
                <a:gd name="T26" fmla="*/ 130 w 412"/>
                <a:gd name="T27" fmla="*/ 172 h 412"/>
                <a:gd name="T28" fmla="*/ 148 w 412"/>
                <a:gd name="T29" fmla="*/ 143 h 412"/>
                <a:gd name="T30" fmla="*/ 182 w 412"/>
                <a:gd name="T31" fmla="*/ 123 h 412"/>
                <a:gd name="T32" fmla="*/ 194 w 412"/>
                <a:gd name="T33" fmla="*/ 150 h 412"/>
                <a:gd name="T34" fmla="*/ 167 w 412"/>
                <a:gd name="T35" fmla="*/ 167 h 412"/>
                <a:gd name="T36" fmla="*/ 158 w 412"/>
                <a:gd name="T37" fmla="*/ 198 h 412"/>
                <a:gd name="T38" fmla="*/ 189 w 412"/>
                <a:gd name="T39" fmla="*/ 198 h 412"/>
                <a:gd name="T40" fmla="*/ 189 w 412"/>
                <a:gd name="T41" fmla="*/ 262 h 412"/>
                <a:gd name="T42" fmla="*/ 278 w 412"/>
                <a:gd name="T43" fmla="*/ 262 h 412"/>
                <a:gd name="T44" fmla="*/ 214 w 412"/>
                <a:gd name="T45" fmla="*/ 262 h 412"/>
                <a:gd name="T46" fmla="*/ 214 w 412"/>
                <a:gd name="T47" fmla="*/ 216 h 412"/>
                <a:gd name="T48" fmla="*/ 219 w 412"/>
                <a:gd name="T49" fmla="*/ 172 h 412"/>
                <a:gd name="T50" fmla="*/ 237 w 412"/>
                <a:gd name="T51" fmla="*/ 143 h 412"/>
                <a:gd name="T52" fmla="*/ 270 w 412"/>
                <a:gd name="T53" fmla="*/ 123 h 412"/>
                <a:gd name="T54" fmla="*/ 283 w 412"/>
                <a:gd name="T55" fmla="*/ 150 h 412"/>
                <a:gd name="T56" fmla="*/ 255 w 412"/>
                <a:gd name="T57" fmla="*/ 167 h 412"/>
                <a:gd name="T58" fmla="*/ 247 w 412"/>
                <a:gd name="T59" fmla="*/ 198 h 412"/>
                <a:gd name="T60" fmla="*/ 278 w 412"/>
                <a:gd name="T61" fmla="*/ 198 h 412"/>
                <a:gd name="T62" fmla="*/ 278 w 412"/>
                <a:gd name="T63" fmla="*/ 26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3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3"/>
                    <a:pt x="320" y="0"/>
                    <a:pt x="206" y="0"/>
                  </a:cubicBezTo>
                  <a:close/>
                  <a:moveTo>
                    <a:pt x="206" y="376"/>
                  </a:moveTo>
                  <a:cubicBezTo>
                    <a:pt x="112" y="376"/>
                    <a:pt x="36" y="300"/>
                    <a:pt x="36" y="206"/>
                  </a:cubicBezTo>
                  <a:cubicBezTo>
                    <a:pt x="36" y="112"/>
                    <a:pt x="112" y="36"/>
                    <a:pt x="206" y="36"/>
                  </a:cubicBezTo>
                  <a:cubicBezTo>
                    <a:pt x="300" y="36"/>
                    <a:pt x="376" y="112"/>
                    <a:pt x="376" y="206"/>
                  </a:cubicBezTo>
                  <a:cubicBezTo>
                    <a:pt x="376" y="300"/>
                    <a:pt x="300" y="376"/>
                    <a:pt x="206" y="376"/>
                  </a:cubicBezTo>
                  <a:close/>
                  <a:moveTo>
                    <a:pt x="189" y="262"/>
                  </a:moveTo>
                  <a:cubicBezTo>
                    <a:pt x="125" y="262"/>
                    <a:pt x="125" y="262"/>
                    <a:pt x="125" y="262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25" y="197"/>
                    <a:pt x="127" y="183"/>
                    <a:pt x="130" y="172"/>
                  </a:cubicBezTo>
                  <a:cubicBezTo>
                    <a:pt x="133" y="161"/>
                    <a:pt x="139" y="152"/>
                    <a:pt x="148" y="143"/>
                  </a:cubicBezTo>
                  <a:cubicBezTo>
                    <a:pt x="157" y="135"/>
                    <a:pt x="168" y="128"/>
                    <a:pt x="182" y="123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82" y="154"/>
                    <a:pt x="172" y="160"/>
                    <a:pt x="167" y="167"/>
                  </a:cubicBezTo>
                  <a:cubicBezTo>
                    <a:pt x="161" y="175"/>
                    <a:pt x="158" y="185"/>
                    <a:pt x="158" y="198"/>
                  </a:cubicBezTo>
                  <a:cubicBezTo>
                    <a:pt x="189" y="198"/>
                    <a:pt x="189" y="198"/>
                    <a:pt x="189" y="198"/>
                  </a:cubicBezTo>
                  <a:lnTo>
                    <a:pt x="189" y="262"/>
                  </a:lnTo>
                  <a:close/>
                  <a:moveTo>
                    <a:pt x="278" y="262"/>
                  </a:moveTo>
                  <a:cubicBezTo>
                    <a:pt x="214" y="262"/>
                    <a:pt x="214" y="262"/>
                    <a:pt x="214" y="262"/>
                  </a:cubicBezTo>
                  <a:cubicBezTo>
                    <a:pt x="214" y="216"/>
                    <a:pt x="214" y="216"/>
                    <a:pt x="214" y="216"/>
                  </a:cubicBezTo>
                  <a:cubicBezTo>
                    <a:pt x="214" y="197"/>
                    <a:pt x="215" y="182"/>
                    <a:pt x="219" y="172"/>
                  </a:cubicBezTo>
                  <a:cubicBezTo>
                    <a:pt x="222" y="161"/>
                    <a:pt x="228" y="152"/>
                    <a:pt x="237" y="143"/>
                  </a:cubicBezTo>
                  <a:cubicBezTo>
                    <a:pt x="246" y="135"/>
                    <a:pt x="257" y="128"/>
                    <a:pt x="270" y="123"/>
                  </a:cubicBezTo>
                  <a:cubicBezTo>
                    <a:pt x="283" y="150"/>
                    <a:pt x="283" y="150"/>
                    <a:pt x="283" y="150"/>
                  </a:cubicBezTo>
                  <a:cubicBezTo>
                    <a:pt x="270" y="154"/>
                    <a:pt x="261" y="160"/>
                    <a:pt x="255" y="167"/>
                  </a:cubicBezTo>
                  <a:cubicBezTo>
                    <a:pt x="250" y="175"/>
                    <a:pt x="247" y="185"/>
                    <a:pt x="247" y="198"/>
                  </a:cubicBezTo>
                  <a:cubicBezTo>
                    <a:pt x="278" y="198"/>
                    <a:pt x="278" y="198"/>
                    <a:pt x="278" y="198"/>
                  </a:cubicBezTo>
                  <a:lnTo>
                    <a:pt x="278" y="2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3" name="Rectangle 22"/>
          <p:cNvSpPr/>
          <p:nvPr userDrawn="1"/>
        </p:nvSpPr>
        <p:spPr bwMode="gray">
          <a:xfrm>
            <a:off x="11748699" y="6395714"/>
            <a:ext cx="443301" cy="322249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slide number"/>
          <p:cNvSpPr txBox="1"/>
          <p:nvPr userDrawn="1"/>
        </p:nvSpPr>
        <p:spPr bwMode="white">
          <a:xfrm>
            <a:off x="11748699" y="6389258"/>
            <a:ext cx="450345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mtClean="0"/>
              <a:pPr lvl="0" algn="ctr"/>
              <a:t>‹#›</a:t>
            </a:fld>
            <a:endParaRPr lang="en-US"/>
          </a:p>
        </p:txBody>
      </p:sp>
      <p:sp>
        <p:nvSpPr>
          <p:cNvPr id="26" name="TextBox 25"/>
          <p:cNvSpPr txBox="1"/>
          <p:nvPr userDrawn="1"/>
        </p:nvSpPr>
        <p:spPr>
          <a:xfrm>
            <a:off x="549351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4982" y="5505441"/>
            <a:ext cx="1330737" cy="44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20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Straight Connector 106"/>
          <p:cNvCxnSpPr/>
          <p:nvPr userDrawn="1"/>
        </p:nvCxnSpPr>
        <p:spPr>
          <a:xfrm flipV="1">
            <a:off x="548640" y="4659525"/>
            <a:ext cx="10431483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2"/>
          <p:cNvGrpSpPr>
            <a:grpSpLocks noChangeAspect="1"/>
          </p:cNvGrpSpPr>
          <p:nvPr userDrawn="1"/>
        </p:nvGrpSpPr>
        <p:grpSpPr bwMode="black">
          <a:xfrm>
            <a:off x="548640" y="3015615"/>
            <a:ext cx="3428145" cy="1479042"/>
            <a:chOff x="-1037" y="57"/>
            <a:chExt cx="9758" cy="4210"/>
          </a:xfrm>
          <a:solidFill>
            <a:schemeClr val="tx2"/>
          </a:solidFill>
        </p:grpSpPr>
        <p:sp>
          <p:nvSpPr>
            <p:cNvPr id="32" name="Freeform 23"/>
            <p:cNvSpPr>
              <a:spLocks/>
            </p:cNvSpPr>
            <p:nvPr userDrawn="1"/>
          </p:nvSpPr>
          <p:spPr bwMode="black">
            <a:xfrm>
              <a:off x="3627" y="3777"/>
              <a:ext cx="438" cy="490"/>
            </a:xfrm>
            <a:custGeom>
              <a:avLst/>
              <a:gdLst>
                <a:gd name="T0" fmla="*/ 159 w 185"/>
                <a:gd name="T1" fmla="*/ 125 h 207"/>
                <a:gd name="T2" fmla="*/ 159 w 185"/>
                <a:gd name="T3" fmla="*/ 162 h 207"/>
                <a:gd name="T4" fmla="*/ 134 w 185"/>
                <a:gd name="T5" fmla="*/ 176 h 207"/>
                <a:gd name="T6" fmla="*/ 100 w 185"/>
                <a:gd name="T7" fmla="*/ 183 h 207"/>
                <a:gd name="T8" fmla="*/ 63 w 185"/>
                <a:gd name="T9" fmla="*/ 174 h 207"/>
                <a:gd name="T10" fmla="*/ 36 w 185"/>
                <a:gd name="T11" fmla="*/ 147 h 207"/>
                <a:gd name="T12" fmla="*/ 27 w 185"/>
                <a:gd name="T13" fmla="*/ 103 h 207"/>
                <a:gd name="T14" fmla="*/ 35 w 185"/>
                <a:gd name="T15" fmla="*/ 62 h 207"/>
                <a:gd name="T16" fmla="*/ 47 w 185"/>
                <a:gd name="T17" fmla="*/ 43 h 207"/>
                <a:gd name="T18" fmla="*/ 69 w 185"/>
                <a:gd name="T19" fmla="*/ 28 h 207"/>
                <a:gd name="T20" fmla="*/ 100 w 185"/>
                <a:gd name="T21" fmla="*/ 22 h 207"/>
                <a:gd name="T22" fmla="*/ 128 w 185"/>
                <a:gd name="T23" fmla="*/ 28 h 207"/>
                <a:gd name="T24" fmla="*/ 147 w 185"/>
                <a:gd name="T25" fmla="*/ 42 h 207"/>
                <a:gd name="T26" fmla="*/ 158 w 185"/>
                <a:gd name="T27" fmla="*/ 66 h 207"/>
                <a:gd name="T28" fmla="*/ 182 w 185"/>
                <a:gd name="T29" fmla="*/ 59 h 207"/>
                <a:gd name="T30" fmla="*/ 167 w 185"/>
                <a:gd name="T31" fmla="*/ 26 h 207"/>
                <a:gd name="T32" fmla="*/ 139 w 185"/>
                <a:gd name="T33" fmla="*/ 7 h 207"/>
                <a:gd name="T34" fmla="*/ 100 w 185"/>
                <a:gd name="T35" fmla="*/ 0 h 207"/>
                <a:gd name="T36" fmla="*/ 47 w 185"/>
                <a:gd name="T37" fmla="*/ 12 h 207"/>
                <a:gd name="T38" fmla="*/ 12 w 185"/>
                <a:gd name="T39" fmla="*/ 50 h 207"/>
                <a:gd name="T40" fmla="*/ 0 w 185"/>
                <a:gd name="T41" fmla="*/ 104 h 207"/>
                <a:gd name="T42" fmla="*/ 12 w 185"/>
                <a:gd name="T43" fmla="*/ 158 h 207"/>
                <a:gd name="T44" fmla="*/ 48 w 185"/>
                <a:gd name="T45" fmla="*/ 194 h 207"/>
                <a:gd name="T46" fmla="*/ 102 w 185"/>
                <a:gd name="T47" fmla="*/ 207 h 207"/>
                <a:gd name="T48" fmla="*/ 145 w 185"/>
                <a:gd name="T49" fmla="*/ 199 h 207"/>
                <a:gd name="T50" fmla="*/ 185 w 185"/>
                <a:gd name="T51" fmla="*/ 176 h 207"/>
                <a:gd name="T52" fmla="*/ 185 w 185"/>
                <a:gd name="T53" fmla="*/ 101 h 207"/>
                <a:gd name="T54" fmla="*/ 100 w 185"/>
                <a:gd name="T55" fmla="*/ 101 h 207"/>
                <a:gd name="T56" fmla="*/ 100 w 185"/>
                <a:gd name="T57" fmla="*/ 125 h 207"/>
                <a:gd name="T58" fmla="*/ 159 w 185"/>
                <a:gd name="T59" fmla="*/ 12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5" h="207">
                  <a:moveTo>
                    <a:pt x="159" y="125"/>
                  </a:moveTo>
                  <a:cubicBezTo>
                    <a:pt x="159" y="162"/>
                    <a:pt x="159" y="162"/>
                    <a:pt x="159" y="162"/>
                  </a:cubicBezTo>
                  <a:cubicBezTo>
                    <a:pt x="153" y="167"/>
                    <a:pt x="145" y="172"/>
                    <a:pt x="134" y="176"/>
                  </a:cubicBezTo>
                  <a:cubicBezTo>
                    <a:pt x="123" y="181"/>
                    <a:pt x="112" y="183"/>
                    <a:pt x="100" y="183"/>
                  </a:cubicBezTo>
                  <a:cubicBezTo>
                    <a:pt x="87" y="183"/>
                    <a:pt x="75" y="180"/>
                    <a:pt x="63" y="174"/>
                  </a:cubicBezTo>
                  <a:cubicBezTo>
                    <a:pt x="51" y="168"/>
                    <a:pt x="42" y="159"/>
                    <a:pt x="36" y="147"/>
                  </a:cubicBezTo>
                  <a:cubicBezTo>
                    <a:pt x="30" y="135"/>
                    <a:pt x="27" y="120"/>
                    <a:pt x="27" y="103"/>
                  </a:cubicBezTo>
                  <a:cubicBezTo>
                    <a:pt x="27" y="88"/>
                    <a:pt x="30" y="75"/>
                    <a:pt x="35" y="62"/>
                  </a:cubicBezTo>
                  <a:cubicBezTo>
                    <a:pt x="38" y="55"/>
                    <a:pt x="42" y="49"/>
                    <a:pt x="47" y="43"/>
                  </a:cubicBezTo>
                  <a:cubicBezTo>
                    <a:pt x="53" y="37"/>
                    <a:pt x="60" y="32"/>
                    <a:pt x="69" y="28"/>
                  </a:cubicBezTo>
                  <a:cubicBezTo>
                    <a:pt x="77" y="24"/>
                    <a:pt x="88" y="22"/>
                    <a:pt x="100" y="22"/>
                  </a:cubicBezTo>
                  <a:cubicBezTo>
                    <a:pt x="110" y="22"/>
                    <a:pt x="119" y="24"/>
                    <a:pt x="128" y="28"/>
                  </a:cubicBezTo>
                  <a:cubicBezTo>
                    <a:pt x="136" y="31"/>
                    <a:pt x="142" y="36"/>
                    <a:pt x="147" y="42"/>
                  </a:cubicBezTo>
                  <a:cubicBezTo>
                    <a:pt x="151" y="48"/>
                    <a:pt x="155" y="56"/>
                    <a:pt x="158" y="66"/>
                  </a:cubicBezTo>
                  <a:cubicBezTo>
                    <a:pt x="182" y="59"/>
                    <a:pt x="182" y="59"/>
                    <a:pt x="182" y="59"/>
                  </a:cubicBezTo>
                  <a:cubicBezTo>
                    <a:pt x="178" y="46"/>
                    <a:pt x="173" y="35"/>
                    <a:pt x="167" y="26"/>
                  </a:cubicBezTo>
                  <a:cubicBezTo>
                    <a:pt x="160" y="18"/>
                    <a:pt x="151" y="12"/>
                    <a:pt x="139" y="7"/>
                  </a:cubicBezTo>
                  <a:cubicBezTo>
                    <a:pt x="127" y="2"/>
                    <a:pt x="114" y="0"/>
                    <a:pt x="100" y="0"/>
                  </a:cubicBezTo>
                  <a:cubicBezTo>
                    <a:pt x="80" y="0"/>
                    <a:pt x="62" y="4"/>
                    <a:pt x="47" y="12"/>
                  </a:cubicBezTo>
                  <a:cubicBezTo>
                    <a:pt x="32" y="20"/>
                    <a:pt x="20" y="33"/>
                    <a:pt x="12" y="50"/>
                  </a:cubicBezTo>
                  <a:cubicBezTo>
                    <a:pt x="4" y="67"/>
                    <a:pt x="0" y="85"/>
                    <a:pt x="0" y="104"/>
                  </a:cubicBezTo>
                  <a:cubicBezTo>
                    <a:pt x="0" y="124"/>
                    <a:pt x="4" y="142"/>
                    <a:pt x="12" y="158"/>
                  </a:cubicBezTo>
                  <a:cubicBezTo>
                    <a:pt x="20" y="174"/>
                    <a:pt x="32" y="186"/>
                    <a:pt x="48" y="194"/>
                  </a:cubicBezTo>
                  <a:cubicBezTo>
                    <a:pt x="64" y="203"/>
                    <a:pt x="82" y="207"/>
                    <a:pt x="102" y="207"/>
                  </a:cubicBezTo>
                  <a:cubicBezTo>
                    <a:pt x="117" y="207"/>
                    <a:pt x="131" y="204"/>
                    <a:pt x="145" y="199"/>
                  </a:cubicBezTo>
                  <a:cubicBezTo>
                    <a:pt x="158" y="194"/>
                    <a:pt x="172" y="186"/>
                    <a:pt x="185" y="176"/>
                  </a:cubicBezTo>
                  <a:cubicBezTo>
                    <a:pt x="185" y="101"/>
                    <a:pt x="185" y="101"/>
                    <a:pt x="185" y="101"/>
                  </a:cubicBezTo>
                  <a:cubicBezTo>
                    <a:pt x="100" y="101"/>
                    <a:pt x="100" y="101"/>
                    <a:pt x="100" y="101"/>
                  </a:cubicBezTo>
                  <a:cubicBezTo>
                    <a:pt x="100" y="125"/>
                    <a:pt x="100" y="125"/>
                    <a:pt x="100" y="125"/>
                  </a:cubicBezTo>
                  <a:lnTo>
                    <a:pt x="159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4"/>
            <p:cNvSpPr>
              <a:spLocks noEditPoints="1"/>
            </p:cNvSpPr>
            <p:nvPr userDrawn="1"/>
          </p:nvSpPr>
          <p:spPr bwMode="black">
            <a:xfrm>
              <a:off x="4124" y="3785"/>
              <a:ext cx="418" cy="473"/>
            </a:xfrm>
            <a:custGeom>
              <a:avLst/>
              <a:gdLst>
                <a:gd name="T0" fmla="*/ 27 w 177"/>
                <a:gd name="T1" fmla="*/ 200 h 200"/>
                <a:gd name="T2" fmla="*/ 27 w 177"/>
                <a:gd name="T3" fmla="*/ 111 h 200"/>
                <a:gd name="T4" fmla="*/ 58 w 177"/>
                <a:gd name="T5" fmla="*/ 111 h 200"/>
                <a:gd name="T6" fmla="*/ 72 w 177"/>
                <a:gd name="T7" fmla="*/ 112 h 200"/>
                <a:gd name="T8" fmla="*/ 84 w 177"/>
                <a:gd name="T9" fmla="*/ 118 h 200"/>
                <a:gd name="T10" fmla="*/ 98 w 177"/>
                <a:gd name="T11" fmla="*/ 131 h 200"/>
                <a:gd name="T12" fmla="*/ 117 w 177"/>
                <a:gd name="T13" fmla="*/ 159 h 200"/>
                <a:gd name="T14" fmla="*/ 143 w 177"/>
                <a:gd name="T15" fmla="*/ 200 h 200"/>
                <a:gd name="T16" fmla="*/ 177 w 177"/>
                <a:gd name="T17" fmla="*/ 200 h 200"/>
                <a:gd name="T18" fmla="*/ 142 w 177"/>
                <a:gd name="T19" fmla="*/ 146 h 200"/>
                <a:gd name="T20" fmla="*/ 120 w 177"/>
                <a:gd name="T21" fmla="*/ 119 h 200"/>
                <a:gd name="T22" fmla="*/ 104 w 177"/>
                <a:gd name="T23" fmla="*/ 109 h 200"/>
                <a:gd name="T24" fmla="*/ 147 w 177"/>
                <a:gd name="T25" fmla="*/ 91 h 200"/>
                <a:gd name="T26" fmla="*/ 160 w 177"/>
                <a:gd name="T27" fmla="*/ 55 h 200"/>
                <a:gd name="T28" fmla="*/ 152 w 177"/>
                <a:gd name="T29" fmla="*/ 25 h 200"/>
                <a:gd name="T30" fmla="*/ 130 w 177"/>
                <a:gd name="T31" fmla="*/ 6 h 200"/>
                <a:gd name="T32" fmla="*/ 89 w 177"/>
                <a:gd name="T33" fmla="*/ 0 h 200"/>
                <a:gd name="T34" fmla="*/ 0 w 177"/>
                <a:gd name="T35" fmla="*/ 0 h 200"/>
                <a:gd name="T36" fmla="*/ 0 w 177"/>
                <a:gd name="T37" fmla="*/ 200 h 200"/>
                <a:gd name="T38" fmla="*/ 27 w 177"/>
                <a:gd name="T39" fmla="*/ 200 h 200"/>
                <a:gd name="T40" fmla="*/ 27 w 177"/>
                <a:gd name="T41" fmla="*/ 22 h 200"/>
                <a:gd name="T42" fmla="*/ 90 w 177"/>
                <a:gd name="T43" fmla="*/ 22 h 200"/>
                <a:gd name="T44" fmla="*/ 123 w 177"/>
                <a:gd name="T45" fmla="*/ 31 h 200"/>
                <a:gd name="T46" fmla="*/ 133 w 177"/>
                <a:gd name="T47" fmla="*/ 55 h 200"/>
                <a:gd name="T48" fmla="*/ 128 w 177"/>
                <a:gd name="T49" fmla="*/ 73 h 200"/>
                <a:gd name="T50" fmla="*/ 112 w 177"/>
                <a:gd name="T51" fmla="*/ 85 h 200"/>
                <a:gd name="T52" fmla="*/ 84 w 177"/>
                <a:gd name="T53" fmla="*/ 89 h 200"/>
                <a:gd name="T54" fmla="*/ 27 w 177"/>
                <a:gd name="T55" fmla="*/ 89 h 200"/>
                <a:gd name="T56" fmla="*/ 27 w 177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7" h="200">
                  <a:moveTo>
                    <a:pt x="27" y="200"/>
                  </a:moveTo>
                  <a:cubicBezTo>
                    <a:pt x="27" y="111"/>
                    <a:pt x="27" y="111"/>
                    <a:pt x="27" y="111"/>
                  </a:cubicBezTo>
                  <a:cubicBezTo>
                    <a:pt x="58" y="111"/>
                    <a:pt x="58" y="111"/>
                    <a:pt x="58" y="111"/>
                  </a:cubicBezTo>
                  <a:cubicBezTo>
                    <a:pt x="64" y="111"/>
                    <a:pt x="69" y="112"/>
                    <a:pt x="72" y="112"/>
                  </a:cubicBezTo>
                  <a:cubicBezTo>
                    <a:pt x="76" y="113"/>
                    <a:pt x="80" y="115"/>
                    <a:pt x="84" y="118"/>
                  </a:cubicBezTo>
                  <a:cubicBezTo>
                    <a:pt x="88" y="120"/>
                    <a:pt x="93" y="125"/>
                    <a:pt x="98" y="131"/>
                  </a:cubicBezTo>
                  <a:cubicBezTo>
                    <a:pt x="103" y="138"/>
                    <a:pt x="109" y="147"/>
                    <a:pt x="117" y="159"/>
                  </a:cubicBezTo>
                  <a:cubicBezTo>
                    <a:pt x="143" y="200"/>
                    <a:pt x="143" y="200"/>
                    <a:pt x="143" y="200"/>
                  </a:cubicBezTo>
                  <a:cubicBezTo>
                    <a:pt x="177" y="200"/>
                    <a:pt x="177" y="200"/>
                    <a:pt x="177" y="200"/>
                  </a:cubicBezTo>
                  <a:cubicBezTo>
                    <a:pt x="142" y="146"/>
                    <a:pt x="142" y="146"/>
                    <a:pt x="142" y="146"/>
                  </a:cubicBezTo>
                  <a:cubicBezTo>
                    <a:pt x="135" y="135"/>
                    <a:pt x="128" y="126"/>
                    <a:pt x="120" y="119"/>
                  </a:cubicBezTo>
                  <a:cubicBezTo>
                    <a:pt x="116" y="116"/>
                    <a:pt x="111" y="113"/>
                    <a:pt x="104" y="109"/>
                  </a:cubicBezTo>
                  <a:cubicBezTo>
                    <a:pt x="123" y="107"/>
                    <a:pt x="137" y="100"/>
                    <a:pt x="147" y="91"/>
                  </a:cubicBezTo>
                  <a:cubicBezTo>
                    <a:pt x="156" y="81"/>
                    <a:pt x="160" y="69"/>
                    <a:pt x="160" y="55"/>
                  </a:cubicBezTo>
                  <a:cubicBezTo>
                    <a:pt x="160" y="44"/>
                    <a:pt x="158" y="34"/>
                    <a:pt x="152" y="25"/>
                  </a:cubicBezTo>
                  <a:cubicBezTo>
                    <a:pt x="146" y="16"/>
                    <a:pt x="139" y="9"/>
                    <a:pt x="130" y="6"/>
                  </a:cubicBezTo>
                  <a:cubicBezTo>
                    <a:pt x="120" y="2"/>
                    <a:pt x="107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7" y="200"/>
                  </a:lnTo>
                  <a:close/>
                  <a:moveTo>
                    <a:pt x="27" y="22"/>
                  </a:moveTo>
                  <a:cubicBezTo>
                    <a:pt x="90" y="22"/>
                    <a:pt x="90" y="22"/>
                    <a:pt x="90" y="22"/>
                  </a:cubicBezTo>
                  <a:cubicBezTo>
                    <a:pt x="105" y="22"/>
                    <a:pt x="116" y="25"/>
                    <a:pt x="123" y="31"/>
                  </a:cubicBezTo>
                  <a:cubicBezTo>
                    <a:pt x="130" y="38"/>
                    <a:pt x="133" y="45"/>
                    <a:pt x="133" y="55"/>
                  </a:cubicBezTo>
                  <a:cubicBezTo>
                    <a:pt x="133" y="61"/>
                    <a:pt x="131" y="67"/>
                    <a:pt x="128" y="73"/>
                  </a:cubicBezTo>
                  <a:cubicBezTo>
                    <a:pt x="124" y="78"/>
                    <a:pt x="119" y="82"/>
                    <a:pt x="112" y="85"/>
                  </a:cubicBezTo>
                  <a:cubicBezTo>
                    <a:pt x="105" y="87"/>
                    <a:pt x="96" y="89"/>
                    <a:pt x="84" y="89"/>
                  </a:cubicBezTo>
                  <a:cubicBezTo>
                    <a:pt x="27" y="89"/>
                    <a:pt x="27" y="89"/>
                    <a:pt x="27" y="89"/>
                  </a:cubicBezTo>
                  <a:lnTo>
                    <a:pt x="27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5"/>
            <p:cNvSpPr>
              <a:spLocks noEditPoints="1"/>
            </p:cNvSpPr>
            <p:nvPr userDrawn="1"/>
          </p:nvSpPr>
          <p:spPr bwMode="black">
            <a:xfrm>
              <a:off x="4542" y="3785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4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6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1 w 187"/>
                <a:gd name="T21" fmla="*/ 21 h 200"/>
                <a:gd name="T22" fmla="*/ 105 w 187"/>
                <a:gd name="T23" fmla="*/ 63 h 200"/>
                <a:gd name="T24" fmla="*/ 126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4" y="47"/>
                    <a:pt x="88" y="34"/>
                    <a:pt x="91" y="21"/>
                  </a:cubicBezTo>
                  <a:cubicBezTo>
                    <a:pt x="94" y="32"/>
                    <a:pt x="98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6"/>
            <p:cNvSpPr>
              <a:spLocks/>
            </p:cNvSpPr>
            <p:nvPr userDrawn="1"/>
          </p:nvSpPr>
          <p:spPr bwMode="black">
            <a:xfrm>
              <a:off x="5010" y="3777"/>
              <a:ext cx="419" cy="490"/>
            </a:xfrm>
            <a:custGeom>
              <a:avLst/>
              <a:gdLst>
                <a:gd name="T0" fmla="*/ 130 w 177"/>
                <a:gd name="T1" fmla="*/ 171 h 207"/>
                <a:gd name="T2" fmla="*/ 92 w 177"/>
                <a:gd name="T3" fmla="*/ 184 h 207"/>
                <a:gd name="T4" fmla="*/ 58 w 177"/>
                <a:gd name="T5" fmla="*/ 175 h 207"/>
                <a:gd name="T6" fmla="*/ 35 w 177"/>
                <a:gd name="T7" fmla="*/ 146 h 207"/>
                <a:gd name="T8" fmla="*/ 27 w 177"/>
                <a:gd name="T9" fmla="*/ 102 h 207"/>
                <a:gd name="T10" fmla="*/ 34 w 177"/>
                <a:gd name="T11" fmla="*/ 63 h 207"/>
                <a:gd name="T12" fmla="*/ 56 w 177"/>
                <a:gd name="T13" fmla="*/ 34 h 207"/>
                <a:gd name="T14" fmla="*/ 94 w 177"/>
                <a:gd name="T15" fmla="*/ 22 h 207"/>
                <a:gd name="T16" fmla="*/ 127 w 177"/>
                <a:gd name="T17" fmla="*/ 32 h 207"/>
                <a:gd name="T18" fmla="*/ 148 w 177"/>
                <a:gd name="T19" fmla="*/ 64 h 207"/>
                <a:gd name="T20" fmla="*/ 174 w 177"/>
                <a:gd name="T21" fmla="*/ 58 h 207"/>
                <a:gd name="T22" fmla="*/ 145 w 177"/>
                <a:gd name="T23" fmla="*/ 15 h 207"/>
                <a:gd name="T24" fmla="*/ 95 w 177"/>
                <a:gd name="T25" fmla="*/ 0 h 207"/>
                <a:gd name="T26" fmla="*/ 46 w 177"/>
                <a:gd name="T27" fmla="*/ 12 h 207"/>
                <a:gd name="T28" fmla="*/ 12 w 177"/>
                <a:gd name="T29" fmla="*/ 47 h 207"/>
                <a:gd name="T30" fmla="*/ 0 w 177"/>
                <a:gd name="T31" fmla="*/ 102 h 207"/>
                <a:gd name="T32" fmla="*/ 11 w 177"/>
                <a:gd name="T33" fmla="*/ 155 h 207"/>
                <a:gd name="T34" fmla="*/ 42 w 177"/>
                <a:gd name="T35" fmla="*/ 194 h 207"/>
                <a:gd name="T36" fmla="*/ 94 w 177"/>
                <a:gd name="T37" fmla="*/ 207 h 207"/>
                <a:gd name="T38" fmla="*/ 147 w 177"/>
                <a:gd name="T39" fmla="*/ 190 h 207"/>
                <a:gd name="T40" fmla="*/ 177 w 177"/>
                <a:gd name="T41" fmla="*/ 140 h 207"/>
                <a:gd name="T42" fmla="*/ 151 w 177"/>
                <a:gd name="T43" fmla="*/ 133 h 207"/>
                <a:gd name="T44" fmla="*/ 130 w 177"/>
                <a:gd name="T45" fmla="*/ 171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7" h="207">
                  <a:moveTo>
                    <a:pt x="130" y="171"/>
                  </a:moveTo>
                  <a:cubicBezTo>
                    <a:pt x="119" y="180"/>
                    <a:pt x="107" y="184"/>
                    <a:pt x="92" y="184"/>
                  </a:cubicBezTo>
                  <a:cubicBezTo>
                    <a:pt x="80" y="184"/>
                    <a:pt x="69" y="181"/>
                    <a:pt x="58" y="175"/>
                  </a:cubicBezTo>
                  <a:cubicBezTo>
                    <a:pt x="48" y="168"/>
                    <a:pt x="40" y="159"/>
                    <a:pt x="35" y="146"/>
                  </a:cubicBezTo>
                  <a:cubicBezTo>
                    <a:pt x="30" y="134"/>
                    <a:pt x="27" y="119"/>
                    <a:pt x="27" y="102"/>
                  </a:cubicBezTo>
                  <a:cubicBezTo>
                    <a:pt x="27" y="88"/>
                    <a:pt x="30" y="76"/>
                    <a:pt x="34" y="63"/>
                  </a:cubicBezTo>
                  <a:cubicBezTo>
                    <a:pt x="38" y="51"/>
                    <a:pt x="45" y="41"/>
                    <a:pt x="56" y="34"/>
                  </a:cubicBezTo>
                  <a:cubicBezTo>
                    <a:pt x="66" y="26"/>
                    <a:pt x="79" y="22"/>
                    <a:pt x="94" y="22"/>
                  </a:cubicBezTo>
                  <a:cubicBezTo>
                    <a:pt x="108" y="22"/>
                    <a:pt x="119" y="26"/>
                    <a:pt x="127" y="32"/>
                  </a:cubicBezTo>
                  <a:cubicBezTo>
                    <a:pt x="136" y="39"/>
                    <a:pt x="143" y="50"/>
                    <a:pt x="148" y="64"/>
                  </a:cubicBezTo>
                  <a:cubicBezTo>
                    <a:pt x="174" y="58"/>
                    <a:pt x="174" y="58"/>
                    <a:pt x="174" y="58"/>
                  </a:cubicBezTo>
                  <a:cubicBezTo>
                    <a:pt x="168" y="40"/>
                    <a:pt x="159" y="25"/>
                    <a:pt x="145" y="15"/>
                  </a:cubicBezTo>
                  <a:cubicBezTo>
                    <a:pt x="132" y="5"/>
                    <a:pt x="115" y="0"/>
                    <a:pt x="95" y="0"/>
                  </a:cubicBezTo>
                  <a:cubicBezTo>
                    <a:pt x="77" y="0"/>
                    <a:pt x="61" y="4"/>
                    <a:pt x="46" y="12"/>
                  </a:cubicBezTo>
                  <a:cubicBezTo>
                    <a:pt x="31" y="20"/>
                    <a:pt x="20" y="32"/>
                    <a:pt x="12" y="47"/>
                  </a:cubicBezTo>
                  <a:cubicBezTo>
                    <a:pt x="4" y="63"/>
                    <a:pt x="0" y="81"/>
                    <a:pt x="0" y="102"/>
                  </a:cubicBezTo>
                  <a:cubicBezTo>
                    <a:pt x="0" y="121"/>
                    <a:pt x="4" y="139"/>
                    <a:pt x="11" y="155"/>
                  </a:cubicBezTo>
                  <a:cubicBezTo>
                    <a:pt x="18" y="172"/>
                    <a:pt x="28" y="185"/>
                    <a:pt x="42" y="194"/>
                  </a:cubicBezTo>
                  <a:cubicBezTo>
                    <a:pt x="55" y="202"/>
                    <a:pt x="73" y="207"/>
                    <a:pt x="94" y="207"/>
                  </a:cubicBezTo>
                  <a:cubicBezTo>
                    <a:pt x="115" y="207"/>
                    <a:pt x="133" y="201"/>
                    <a:pt x="147" y="190"/>
                  </a:cubicBezTo>
                  <a:cubicBezTo>
                    <a:pt x="162" y="178"/>
                    <a:pt x="172" y="162"/>
                    <a:pt x="177" y="140"/>
                  </a:cubicBezTo>
                  <a:cubicBezTo>
                    <a:pt x="151" y="133"/>
                    <a:pt x="151" y="133"/>
                    <a:pt x="151" y="133"/>
                  </a:cubicBezTo>
                  <a:cubicBezTo>
                    <a:pt x="147" y="150"/>
                    <a:pt x="140" y="163"/>
                    <a:pt x="130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27"/>
            <p:cNvSpPr>
              <a:spLocks noChangeArrowheads="1"/>
            </p:cNvSpPr>
            <p:nvPr userDrawn="1"/>
          </p:nvSpPr>
          <p:spPr bwMode="black">
            <a:xfrm>
              <a:off x="5509" y="3785"/>
              <a:ext cx="64" cy="4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8"/>
            <p:cNvSpPr>
              <a:spLocks noEditPoints="1"/>
            </p:cNvSpPr>
            <p:nvPr userDrawn="1"/>
          </p:nvSpPr>
          <p:spPr bwMode="black">
            <a:xfrm>
              <a:off x="5625" y="3785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4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0 w 187"/>
                <a:gd name="T21" fmla="*/ 21 h 200"/>
                <a:gd name="T22" fmla="*/ 105 w 187"/>
                <a:gd name="T23" fmla="*/ 63 h 200"/>
                <a:gd name="T24" fmla="*/ 126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4" y="47"/>
                    <a:pt x="88" y="34"/>
                    <a:pt x="90" y="21"/>
                  </a:cubicBezTo>
                  <a:cubicBezTo>
                    <a:pt x="94" y="32"/>
                    <a:pt x="98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9"/>
            <p:cNvSpPr>
              <a:spLocks/>
            </p:cNvSpPr>
            <p:nvPr userDrawn="1"/>
          </p:nvSpPr>
          <p:spPr bwMode="black">
            <a:xfrm>
              <a:off x="6090" y="3777"/>
              <a:ext cx="376" cy="490"/>
            </a:xfrm>
            <a:custGeom>
              <a:avLst/>
              <a:gdLst>
                <a:gd name="T0" fmla="*/ 11 w 159"/>
                <a:gd name="T1" fmla="*/ 175 h 207"/>
                <a:gd name="T2" fmla="*/ 39 w 159"/>
                <a:gd name="T3" fmla="*/ 199 h 207"/>
                <a:gd name="T4" fmla="*/ 85 w 159"/>
                <a:gd name="T5" fmla="*/ 207 h 207"/>
                <a:gd name="T6" fmla="*/ 124 w 159"/>
                <a:gd name="T7" fmla="*/ 199 h 207"/>
                <a:gd name="T8" fmla="*/ 150 w 159"/>
                <a:gd name="T9" fmla="*/ 177 h 207"/>
                <a:gd name="T10" fmla="*/ 159 w 159"/>
                <a:gd name="T11" fmla="*/ 147 h 207"/>
                <a:gd name="T12" fmla="*/ 151 w 159"/>
                <a:gd name="T13" fmla="*/ 118 h 207"/>
                <a:gd name="T14" fmla="*/ 125 w 159"/>
                <a:gd name="T15" fmla="*/ 98 h 207"/>
                <a:gd name="T16" fmla="*/ 81 w 159"/>
                <a:gd name="T17" fmla="*/ 85 h 207"/>
                <a:gd name="T18" fmla="*/ 41 w 159"/>
                <a:gd name="T19" fmla="*/ 71 h 207"/>
                <a:gd name="T20" fmla="*/ 33 w 159"/>
                <a:gd name="T21" fmla="*/ 53 h 207"/>
                <a:gd name="T22" fmla="*/ 44 w 159"/>
                <a:gd name="T23" fmla="*/ 32 h 207"/>
                <a:gd name="T24" fmla="*/ 79 w 159"/>
                <a:gd name="T25" fmla="*/ 23 h 207"/>
                <a:gd name="T26" fmla="*/ 114 w 159"/>
                <a:gd name="T27" fmla="*/ 33 h 207"/>
                <a:gd name="T28" fmla="*/ 128 w 159"/>
                <a:gd name="T29" fmla="*/ 62 h 207"/>
                <a:gd name="T30" fmla="*/ 153 w 159"/>
                <a:gd name="T31" fmla="*/ 60 h 207"/>
                <a:gd name="T32" fmla="*/ 143 w 159"/>
                <a:gd name="T33" fmla="*/ 28 h 207"/>
                <a:gd name="T34" fmla="*/ 117 w 159"/>
                <a:gd name="T35" fmla="*/ 7 h 207"/>
                <a:gd name="T36" fmla="*/ 78 w 159"/>
                <a:gd name="T37" fmla="*/ 0 h 207"/>
                <a:gd name="T38" fmla="*/ 41 w 159"/>
                <a:gd name="T39" fmla="*/ 7 h 207"/>
                <a:gd name="T40" fmla="*/ 16 w 159"/>
                <a:gd name="T41" fmla="*/ 27 h 207"/>
                <a:gd name="T42" fmla="*/ 7 w 159"/>
                <a:gd name="T43" fmla="*/ 55 h 207"/>
                <a:gd name="T44" fmla="*/ 14 w 159"/>
                <a:gd name="T45" fmla="*/ 80 h 207"/>
                <a:gd name="T46" fmla="*/ 36 w 159"/>
                <a:gd name="T47" fmla="*/ 99 h 207"/>
                <a:gd name="T48" fmla="*/ 74 w 159"/>
                <a:gd name="T49" fmla="*/ 111 h 207"/>
                <a:gd name="T50" fmla="*/ 110 w 159"/>
                <a:gd name="T51" fmla="*/ 121 h 207"/>
                <a:gd name="T52" fmla="*/ 128 w 159"/>
                <a:gd name="T53" fmla="*/ 133 h 207"/>
                <a:gd name="T54" fmla="*/ 133 w 159"/>
                <a:gd name="T55" fmla="*/ 149 h 207"/>
                <a:gd name="T56" fmla="*/ 128 w 159"/>
                <a:gd name="T57" fmla="*/ 166 h 207"/>
                <a:gd name="T58" fmla="*/ 111 w 159"/>
                <a:gd name="T59" fmla="*/ 179 h 207"/>
                <a:gd name="T60" fmla="*/ 84 w 159"/>
                <a:gd name="T61" fmla="*/ 183 h 207"/>
                <a:gd name="T62" fmla="*/ 53 w 159"/>
                <a:gd name="T63" fmla="*/ 177 h 207"/>
                <a:gd name="T64" fmla="*/ 33 w 159"/>
                <a:gd name="T65" fmla="*/ 162 h 207"/>
                <a:gd name="T66" fmla="*/ 25 w 159"/>
                <a:gd name="T67" fmla="*/ 137 h 207"/>
                <a:gd name="T68" fmla="*/ 0 w 159"/>
                <a:gd name="T69" fmla="*/ 139 h 207"/>
                <a:gd name="T70" fmla="*/ 11 w 159"/>
                <a:gd name="T71" fmla="*/ 17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9" h="207">
                  <a:moveTo>
                    <a:pt x="11" y="175"/>
                  </a:moveTo>
                  <a:cubicBezTo>
                    <a:pt x="18" y="186"/>
                    <a:pt x="27" y="194"/>
                    <a:pt x="39" y="199"/>
                  </a:cubicBezTo>
                  <a:cubicBezTo>
                    <a:pt x="52" y="204"/>
                    <a:pt x="67" y="207"/>
                    <a:pt x="85" y="207"/>
                  </a:cubicBezTo>
                  <a:cubicBezTo>
                    <a:pt x="99" y="207"/>
                    <a:pt x="112" y="204"/>
                    <a:pt x="124" y="199"/>
                  </a:cubicBezTo>
                  <a:cubicBezTo>
                    <a:pt x="135" y="194"/>
                    <a:pt x="144" y="186"/>
                    <a:pt x="150" y="177"/>
                  </a:cubicBezTo>
                  <a:cubicBezTo>
                    <a:pt x="156" y="168"/>
                    <a:pt x="159" y="158"/>
                    <a:pt x="159" y="147"/>
                  </a:cubicBezTo>
                  <a:cubicBezTo>
                    <a:pt x="159" y="136"/>
                    <a:pt x="156" y="127"/>
                    <a:pt x="151" y="118"/>
                  </a:cubicBezTo>
                  <a:cubicBezTo>
                    <a:pt x="145" y="110"/>
                    <a:pt x="136" y="103"/>
                    <a:pt x="125" y="98"/>
                  </a:cubicBezTo>
                  <a:cubicBezTo>
                    <a:pt x="117" y="94"/>
                    <a:pt x="102" y="90"/>
                    <a:pt x="81" y="85"/>
                  </a:cubicBezTo>
                  <a:cubicBezTo>
                    <a:pt x="59" y="80"/>
                    <a:pt x="46" y="76"/>
                    <a:pt x="41" y="71"/>
                  </a:cubicBezTo>
                  <a:cubicBezTo>
                    <a:pt x="35" y="66"/>
                    <a:pt x="33" y="60"/>
                    <a:pt x="33" y="53"/>
                  </a:cubicBezTo>
                  <a:cubicBezTo>
                    <a:pt x="33" y="45"/>
                    <a:pt x="36" y="38"/>
                    <a:pt x="44" y="32"/>
                  </a:cubicBezTo>
                  <a:cubicBezTo>
                    <a:pt x="51" y="26"/>
                    <a:pt x="63" y="23"/>
                    <a:pt x="79" y="23"/>
                  </a:cubicBezTo>
                  <a:cubicBezTo>
                    <a:pt x="94" y="23"/>
                    <a:pt x="106" y="26"/>
                    <a:pt x="114" y="33"/>
                  </a:cubicBezTo>
                  <a:cubicBezTo>
                    <a:pt x="122" y="39"/>
                    <a:pt x="126" y="49"/>
                    <a:pt x="128" y="62"/>
                  </a:cubicBezTo>
                  <a:cubicBezTo>
                    <a:pt x="153" y="60"/>
                    <a:pt x="153" y="60"/>
                    <a:pt x="153" y="60"/>
                  </a:cubicBezTo>
                  <a:cubicBezTo>
                    <a:pt x="153" y="48"/>
                    <a:pt x="149" y="37"/>
                    <a:pt x="143" y="28"/>
                  </a:cubicBezTo>
                  <a:cubicBezTo>
                    <a:pt x="137" y="19"/>
                    <a:pt x="128" y="12"/>
                    <a:pt x="117" y="7"/>
                  </a:cubicBezTo>
                  <a:cubicBezTo>
                    <a:pt x="106" y="2"/>
                    <a:pt x="93" y="0"/>
                    <a:pt x="78" y="0"/>
                  </a:cubicBezTo>
                  <a:cubicBezTo>
                    <a:pt x="64" y="0"/>
                    <a:pt x="52" y="2"/>
                    <a:pt x="41" y="7"/>
                  </a:cubicBezTo>
                  <a:cubicBezTo>
                    <a:pt x="30" y="11"/>
                    <a:pt x="22" y="18"/>
                    <a:pt x="16" y="27"/>
                  </a:cubicBezTo>
                  <a:cubicBezTo>
                    <a:pt x="10" y="35"/>
                    <a:pt x="7" y="45"/>
                    <a:pt x="7" y="55"/>
                  </a:cubicBezTo>
                  <a:cubicBezTo>
                    <a:pt x="7" y="64"/>
                    <a:pt x="10" y="72"/>
                    <a:pt x="14" y="80"/>
                  </a:cubicBezTo>
                  <a:cubicBezTo>
                    <a:pt x="19" y="87"/>
                    <a:pt x="26" y="94"/>
                    <a:pt x="36" y="99"/>
                  </a:cubicBezTo>
                  <a:cubicBezTo>
                    <a:pt x="43" y="102"/>
                    <a:pt x="56" y="107"/>
                    <a:pt x="74" y="111"/>
                  </a:cubicBezTo>
                  <a:cubicBezTo>
                    <a:pt x="93" y="115"/>
                    <a:pt x="105" y="119"/>
                    <a:pt x="110" y="121"/>
                  </a:cubicBezTo>
                  <a:cubicBezTo>
                    <a:pt x="118" y="124"/>
                    <a:pt x="124" y="128"/>
                    <a:pt x="128" y="133"/>
                  </a:cubicBezTo>
                  <a:cubicBezTo>
                    <a:pt x="132" y="137"/>
                    <a:pt x="133" y="143"/>
                    <a:pt x="133" y="149"/>
                  </a:cubicBezTo>
                  <a:cubicBezTo>
                    <a:pt x="133" y="155"/>
                    <a:pt x="132" y="161"/>
                    <a:pt x="128" y="166"/>
                  </a:cubicBezTo>
                  <a:cubicBezTo>
                    <a:pt x="124" y="171"/>
                    <a:pt x="118" y="176"/>
                    <a:pt x="111" y="179"/>
                  </a:cubicBezTo>
                  <a:cubicBezTo>
                    <a:pt x="103" y="182"/>
                    <a:pt x="94" y="183"/>
                    <a:pt x="84" y="183"/>
                  </a:cubicBezTo>
                  <a:cubicBezTo>
                    <a:pt x="72" y="183"/>
                    <a:pt x="62" y="181"/>
                    <a:pt x="53" y="177"/>
                  </a:cubicBezTo>
                  <a:cubicBezTo>
                    <a:pt x="44" y="173"/>
                    <a:pt x="37" y="168"/>
                    <a:pt x="33" y="162"/>
                  </a:cubicBezTo>
                  <a:cubicBezTo>
                    <a:pt x="29" y="155"/>
                    <a:pt x="26" y="147"/>
                    <a:pt x="25" y="137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52"/>
                    <a:pt x="4" y="164"/>
                    <a:pt x="11" y="1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0"/>
            <p:cNvSpPr>
              <a:spLocks/>
            </p:cNvSpPr>
            <p:nvPr userDrawn="1"/>
          </p:nvSpPr>
          <p:spPr bwMode="black">
            <a:xfrm>
              <a:off x="2098" y="1896"/>
              <a:ext cx="418" cy="490"/>
            </a:xfrm>
            <a:custGeom>
              <a:avLst/>
              <a:gdLst>
                <a:gd name="T0" fmla="*/ 130 w 177"/>
                <a:gd name="T1" fmla="*/ 171 h 207"/>
                <a:gd name="T2" fmla="*/ 92 w 177"/>
                <a:gd name="T3" fmla="*/ 184 h 207"/>
                <a:gd name="T4" fmla="*/ 58 w 177"/>
                <a:gd name="T5" fmla="*/ 175 h 207"/>
                <a:gd name="T6" fmla="*/ 35 w 177"/>
                <a:gd name="T7" fmla="*/ 146 h 207"/>
                <a:gd name="T8" fmla="*/ 27 w 177"/>
                <a:gd name="T9" fmla="*/ 102 h 207"/>
                <a:gd name="T10" fmla="*/ 34 w 177"/>
                <a:gd name="T11" fmla="*/ 63 h 207"/>
                <a:gd name="T12" fmla="*/ 55 w 177"/>
                <a:gd name="T13" fmla="*/ 33 h 207"/>
                <a:gd name="T14" fmla="*/ 94 w 177"/>
                <a:gd name="T15" fmla="*/ 22 h 207"/>
                <a:gd name="T16" fmla="*/ 127 w 177"/>
                <a:gd name="T17" fmla="*/ 32 h 207"/>
                <a:gd name="T18" fmla="*/ 147 w 177"/>
                <a:gd name="T19" fmla="*/ 64 h 207"/>
                <a:gd name="T20" fmla="*/ 174 w 177"/>
                <a:gd name="T21" fmla="*/ 58 h 207"/>
                <a:gd name="T22" fmla="*/ 145 w 177"/>
                <a:gd name="T23" fmla="*/ 15 h 207"/>
                <a:gd name="T24" fmla="*/ 95 w 177"/>
                <a:gd name="T25" fmla="*/ 0 h 207"/>
                <a:gd name="T26" fmla="*/ 46 w 177"/>
                <a:gd name="T27" fmla="*/ 12 h 207"/>
                <a:gd name="T28" fmla="*/ 12 w 177"/>
                <a:gd name="T29" fmla="*/ 47 h 207"/>
                <a:gd name="T30" fmla="*/ 0 w 177"/>
                <a:gd name="T31" fmla="*/ 102 h 207"/>
                <a:gd name="T32" fmla="*/ 11 w 177"/>
                <a:gd name="T33" fmla="*/ 155 h 207"/>
                <a:gd name="T34" fmla="*/ 41 w 177"/>
                <a:gd name="T35" fmla="*/ 194 h 207"/>
                <a:gd name="T36" fmla="*/ 94 w 177"/>
                <a:gd name="T37" fmla="*/ 207 h 207"/>
                <a:gd name="T38" fmla="*/ 147 w 177"/>
                <a:gd name="T39" fmla="*/ 190 h 207"/>
                <a:gd name="T40" fmla="*/ 177 w 177"/>
                <a:gd name="T41" fmla="*/ 140 h 207"/>
                <a:gd name="T42" fmla="*/ 151 w 177"/>
                <a:gd name="T43" fmla="*/ 133 h 207"/>
                <a:gd name="T44" fmla="*/ 130 w 177"/>
                <a:gd name="T45" fmla="*/ 171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7" h="207">
                  <a:moveTo>
                    <a:pt x="130" y="171"/>
                  </a:moveTo>
                  <a:cubicBezTo>
                    <a:pt x="119" y="180"/>
                    <a:pt x="107" y="184"/>
                    <a:pt x="92" y="184"/>
                  </a:cubicBezTo>
                  <a:cubicBezTo>
                    <a:pt x="80" y="184"/>
                    <a:pt x="68" y="181"/>
                    <a:pt x="58" y="175"/>
                  </a:cubicBezTo>
                  <a:cubicBezTo>
                    <a:pt x="47" y="168"/>
                    <a:pt x="40" y="159"/>
                    <a:pt x="35" y="146"/>
                  </a:cubicBezTo>
                  <a:cubicBezTo>
                    <a:pt x="30" y="133"/>
                    <a:pt x="27" y="119"/>
                    <a:pt x="27" y="102"/>
                  </a:cubicBezTo>
                  <a:cubicBezTo>
                    <a:pt x="27" y="88"/>
                    <a:pt x="29" y="76"/>
                    <a:pt x="34" y="63"/>
                  </a:cubicBezTo>
                  <a:cubicBezTo>
                    <a:pt x="38" y="51"/>
                    <a:pt x="45" y="41"/>
                    <a:pt x="55" y="33"/>
                  </a:cubicBezTo>
                  <a:cubicBezTo>
                    <a:pt x="66" y="26"/>
                    <a:pt x="79" y="22"/>
                    <a:pt x="94" y="22"/>
                  </a:cubicBezTo>
                  <a:cubicBezTo>
                    <a:pt x="107" y="22"/>
                    <a:pt x="118" y="26"/>
                    <a:pt x="127" y="32"/>
                  </a:cubicBezTo>
                  <a:cubicBezTo>
                    <a:pt x="136" y="39"/>
                    <a:pt x="143" y="50"/>
                    <a:pt x="147" y="64"/>
                  </a:cubicBezTo>
                  <a:cubicBezTo>
                    <a:pt x="174" y="58"/>
                    <a:pt x="174" y="58"/>
                    <a:pt x="174" y="58"/>
                  </a:cubicBezTo>
                  <a:cubicBezTo>
                    <a:pt x="168" y="39"/>
                    <a:pt x="159" y="25"/>
                    <a:pt x="145" y="15"/>
                  </a:cubicBezTo>
                  <a:cubicBezTo>
                    <a:pt x="131" y="5"/>
                    <a:pt x="115" y="0"/>
                    <a:pt x="95" y="0"/>
                  </a:cubicBezTo>
                  <a:cubicBezTo>
                    <a:pt x="77" y="0"/>
                    <a:pt x="61" y="4"/>
                    <a:pt x="46" y="12"/>
                  </a:cubicBezTo>
                  <a:cubicBezTo>
                    <a:pt x="31" y="20"/>
                    <a:pt x="20" y="32"/>
                    <a:pt x="12" y="47"/>
                  </a:cubicBezTo>
                  <a:cubicBezTo>
                    <a:pt x="4" y="63"/>
                    <a:pt x="0" y="81"/>
                    <a:pt x="0" y="102"/>
                  </a:cubicBezTo>
                  <a:cubicBezTo>
                    <a:pt x="0" y="121"/>
                    <a:pt x="4" y="139"/>
                    <a:pt x="11" y="155"/>
                  </a:cubicBezTo>
                  <a:cubicBezTo>
                    <a:pt x="18" y="172"/>
                    <a:pt x="28" y="185"/>
                    <a:pt x="41" y="194"/>
                  </a:cubicBezTo>
                  <a:cubicBezTo>
                    <a:pt x="55" y="202"/>
                    <a:pt x="73" y="207"/>
                    <a:pt x="94" y="207"/>
                  </a:cubicBezTo>
                  <a:cubicBezTo>
                    <a:pt x="115" y="207"/>
                    <a:pt x="133" y="201"/>
                    <a:pt x="147" y="190"/>
                  </a:cubicBezTo>
                  <a:cubicBezTo>
                    <a:pt x="161" y="178"/>
                    <a:pt x="171" y="162"/>
                    <a:pt x="177" y="140"/>
                  </a:cubicBezTo>
                  <a:cubicBezTo>
                    <a:pt x="151" y="133"/>
                    <a:pt x="151" y="133"/>
                    <a:pt x="151" y="133"/>
                  </a:cubicBezTo>
                  <a:cubicBezTo>
                    <a:pt x="147" y="150"/>
                    <a:pt x="140" y="163"/>
                    <a:pt x="130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1"/>
            <p:cNvSpPr>
              <a:spLocks/>
            </p:cNvSpPr>
            <p:nvPr userDrawn="1"/>
          </p:nvSpPr>
          <p:spPr bwMode="black">
            <a:xfrm>
              <a:off x="2587" y="1903"/>
              <a:ext cx="374" cy="474"/>
            </a:xfrm>
            <a:custGeom>
              <a:avLst/>
              <a:gdLst>
                <a:gd name="T0" fmla="*/ 0 w 374"/>
                <a:gd name="T1" fmla="*/ 474 h 474"/>
                <a:gd name="T2" fmla="*/ 64 w 374"/>
                <a:gd name="T3" fmla="*/ 474 h 474"/>
                <a:gd name="T4" fmla="*/ 64 w 374"/>
                <a:gd name="T5" fmla="*/ 57 h 474"/>
                <a:gd name="T6" fmla="*/ 310 w 374"/>
                <a:gd name="T7" fmla="*/ 57 h 474"/>
                <a:gd name="T8" fmla="*/ 310 w 374"/>
                <a:gd name="T9" fmla="*/ 474 h 474"/>
                <a:gd name="T10" fmla="*/ 374 w 374"/>
                <a:gd name="T11" fmla="*/ 474 h 474"/>
                <a:gd name="T12" fmla="*/ 374 w 374"/>
                <a:gd name="T13" fmla="*/ 0 h 474"/>
                <a:gd name="T14" fmla="*/ 0 w 374"/>
                <a:gd name="T15" fmla="*/ 0 h 474"/>
                <a:gd name="T16" fmla="*/ 0 w 374"/>
                <a:gd name="T17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4" h="474">
                  <a:moveTo>
                    <a:pt x="0" y="474"/>
                  </a:moveTo>
                  <a:lnTo>
                    <a:pt x="64" y="474"/>
                  </a:lnTo>
                  <a:lnTo>
                    <a:pt x="64" y="57"/>
                  </a:lnTo>
                  <a:lnTo>
                    <a:pt x="310" y="57"/>
                  </a:lnTo>
                  <a:lnTo>
                    <a:pt x="310" y="474"/>
                  </a:lnTo>
                  <a:lnTo>
                    <a:pt x="374" y="474"/>
                  </a:lnTo>
                  <a:lnTo>
                    <a:pt x="374" y="0"/>
                  </a:lnTo>
                  <a:lnTo>
                    <a:pt x="0" y="0"/>
                  </a:lnTo>
                  <a:lnTo>
                    <a:pt x="0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2"/>
            <p:cNvSpPr>
              <a:spLocks noEditPoints="1"/>
            </p:cNvSpPr>
            <p:nvPr userDrawn="1"/>
          </p:nvSpPr>
          <p:spPr bwMode="black">
            <a:xfrm>
              <a:off x="3003" y="1903"/>
              <a:ext cx="442" cy="474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4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1 w 187"/>
                <a:gd name="T21" fmla="*/ 21 h 200"/>
                <a:gd name="T22" fmla="*/ 105 w 187"/>
                <a:gd name="T23" fmla="*/ 63 h 200"/>
                <a:gd name="T24" fmla="*/ 126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4" y="47"/>
                    <a:pt x="88" y="34"/>
                    <a:pt x="91" y="21"/>
                  </a:cubicBezTo>
                  <a:cubicBezTo>
                    <a:pt x="94" y="32"/>
                    <a:pt x="98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3"/>
            <p:cNvSpPr>
              <a:spLocks/>
            </p:cNvSpPr>
            <p:nvPr userDrawn="1"/>
          </p:nvSpPr>
          <p:spPr bwMode="black">
            <a:xfrm>
              <a:off x="3457" y="1896"/>
              <a:ext cx="419" cy="490"/>
            </a:xfrm>
            <a:custGeom>
              <a:avLst/>
              <a:gdLst>
                <a:gd name="T0" fmla="*/ 130 w 177"/>
                <a:gd name="T1" fmla="*/ 171 h 207"/>
                <a:gd name="T2" fmla="*/ 92 w 177"/>
                <a:gd name="T3" fmla="*/ 184 h 207"/>
                <a:gd name="T4" fmla="*/ 58 w 177"/>
                <a:gd name="T5" fmla="*/ 175 h 207"/>
                <a:gd name="T6" fmla="*/ 35 w 177"/>
                <a:gd name="T7" fmla="*/ 146 h 207"/>
                <a:gd name="T8" fmla="*/ 27 w 177"/>
                <a:gd name="T9" fmla="*/ 102 h 207"/>
                <a:gd name="T10" fmla="*/ 34 w 177"/>
                <a:gd name="T11" fmla="*/ 63 h 207"/>
                <a:gd name="T12" fmla="*/ 55 w 177"/>
                <a:gd name="T13" fmla="*/ 33 h 207"/>
                <a:gd name="T14" fmla="*/ 94 w 177"/>
                <a:gd name="T15" fmla="*/ 22 h 207"/>
                <a:gd name="T16" fmla="*/ 127 w 177"/>
                <a:gd name="T17" fmla="*/ 32 h 207"/>
                <a:gd name="T18" fmla="*/ 147 w 177"/>
                <a:gd name="T19" fmla="*/ 64 h 207"/>
                <a:gd name="T20" fmla="*/ 174 w 177"/>
                <a:gd name="T21" fmla="*/ 58 h 207"/>
                <a:gd name="T22" fmla="*/ 145 w 177"/>
                <a:gd name="T23" fmla="*/ 15 h 207"/>
                <a:gd name="T24" fmla="*/ 94 w 177"/>
                <a:gd name="T25" fmla="*/ 0 h 207"/>
                <a:gd name="T26" fmla="*/ 46 w 177"/>
                <a:gd name="T27" fmla="*/ 12 h 207"/>
                <a:gd name="T28" fmla="*/ 12 w 177"/>
                <a:gd name="T29" fmla="*/ 47 h 207"/>
                <a:gd name="T30" fmla="*/ 0 w 177"/>
                <a:gd name="T31" fmla="*/ 102 h 207"/>
                <a:gd name="T32" fmla="*/ 11 w 177"/>
                <a:gd name="T33" fmla="*/ 155 h 207"/>
                <a:gd name="T34" fmla="*/ 41 w 177"/>
                <a:gd name="T35" fmla="*/ 194 h 207"/>
                <a:gd name="T36" fmla="*/ 94 w 177"/>
                <a:gd name="T37" fmla="*/ 207 h 207"/>
                <a:gd name="T38" fmla="*/ 147 w 177"/>
                <a:gd name="T39" fmla="*/ 190 h 207"/>
                <a:gd name="T40" fmla="*/ 177 w 177"/>
                <a:gd name="T41" fmla="*/ 140 h 207"/>
                <a:gd name="T42" fmla="*/ 150 w 177"/>
                <a:gd name="T43" fmla="*/ 133 h 207"/>
                <a:gd name="T44" fmla="*/ 130 w 177"/>
                <a:gd name="T45" fmla="*/ 171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7" h="207">
                  <a:moveTo>
                    <a:pt x="130" y="171"/>
                  </a:moveTo>
                  <a:cubicBezTo>
                    <a:pt x="119" y="180"/>
                    <a:pt x="107" y="184"/>
                    <a:pt x="92" y="184"/>
                  </a:cubicBezTo>
                  <a:cubicBezTo>
                    <a:pt x="80" y="184"/>
                    <a:pt x="68" y="181"/>
                    <a:pt x="58" y="175"/>
                  </a:cubicBezTo>
                  <a:cubicBezTo>
                    <a:pt x="47" y="168"/>
                    <a:pt x="40" y="159"/>
                    <a:pt x="35" y="146"/>
                  </a:cubicBezTo>
                  <a:cubicBezTo>
                    <a:pt x="30" y="133"/>
                    <a:pt x="27" y="119"/>
                    <a:pt x="27" y="102"/>
                  </a:cubicBezTo>
                  <a:cubicBezTo>
                    <a:pt x="27" y="88"/>
                    <a:pt x="29" y="76"/>
                    <a:pt x="34" y="63"/>
                  </a:cubicBezTo>
                  <a:cubicBezTo>
                    <a:pt x="38" y="51"/>
                    <a:pt x="45" y="41"/>
                    <a:pt x="55" y="33"/>
                  </a:cubicBezTo>
                  <a:cubicBezTo>
                    <a:pt x="66" y="26"/>
                    <a:pt x="79" y="22"/>
                    <a:pt x="94" y="22"/>
                  </a:cubicBezTo>
                  <a:cubicBezTo>
                    <a:pt x="107" y="22"/>
                    <a:pt x="118" y="26"/>
                    <a:pt x="127" y="32"/>
                  </a:cubicBezTo>
                  <a:cubicBezTo>
                    <a:pt x="136" y="39"/>
                    <a:pt x="143" y="50"/>
                    <a:pt x="147" y="64"/>
                  </a:cubicBezTo>
                  <a:cubicBezTo>
                    <a:pt x="174" y="58"/>
                    <a:pt x="174" y="58"/>
                    <a:pt x="174" y="58"/>
                  </a:cubicBezTo>
                  <a:cubicBezTo>
                    <a:pt x="168" y="39"/>
                    <a:pt x="159" y="25"/>
                    <a:pt x="145" y="15"/>
                  </a:cubicBezTo>
                  <a:cubicBezTo>
                    <a:pt x="131" y="5"/>
                    <a:pt x="115" y="0"/>
                    <a:pt x="94" y="0"/>
                  </a:cubicBezTo>
                  <a:cubicBezTo>
                    <a:pt x="77" y="0"/>
                    <a:pt x="61" y="4"/>
                    <a:pt x="46" y="12"/>
                  </a:cubicBezTo>
                  <a:cubicBezTo>
                    <a:pt x="31" y="20"/>
                    <a:pt x="20" y="32"/>
                    <a:pt x="12" y="47"/>
                  </a:cubicBezTo>
                  <a:cubicBezTo>
                    <a:pt x="4" y="63"/>
                    <a:pt x="0" y="81"/>
                    <a:pt x="0" y="102"/>
                  </a:cubicBezTo>
                  <a:cubicBezTo>
                    <a:pt x="0" y="121"/>
                    <a:pt x="4" y="139"/>
                    <a:pt x="11" y="155"/>
                  </a:cubicBezTo>
                  <a:cubicBezTo>
                    <a:pt x="18" y="172"/>
                    <a:pt x="28" y="185"/>
                    <a:pt x="41" y="194"/>
                  </a:cubicBezTo>
                  <a:cubicBezTo>
                    <a:pt x="55" y="202"/>
                    <a:pt x="73" y="207"/>
                    <a:pt x="94" y="207"/>
                  </a:cubicBezTo>
                  <a:cubicBezTo>
                    <a:pt x="115" y="207"/>
                    <a:pt x="133" y="201"/>
                    <a:pt x="147" y="190"/>
                  </a:cubicBezTo>
                  <a:cubicBezTo>
                    <a:pt x="161" y="178"/>
                    <a:pt x="171" y="162"/>
                    <a:pt x="177" y="140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47" y="150"/>
                    <a:pt x="140" y="163"/>
                    <a:pt x="130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4"/>
            <p:cNvSpPr>
              <a:spLocks/>
            </p:cNvSpPr>
            <p:nvPr userDrawn="1"/>
          </p:nvSpPr>
          <p:spPr bwMode="black">
            <a:xfrm>
              <a:off x="3946" y="1903"/>
              <a:ext cx="372" cy="474"/>
            </a:xfrm>
            <a:custGeom>
              <a:avLst/>
              <a:gdLst>
                <a:gd name="T0" fmla="*/ 0 w 372"/>
                <a:gd name="T1" fmla="*/ 474 h 474"/>
                <a:gd name="T2" fmla="*/ 64 w 372"/>
                <a:gd name="T3" fmla="*/ 474 h 474"/>
                <a:gd name="T4" fmla="*/ 315 w 372"/>
                <a:gd name="T5" fmla="*/ 100 h 474"/>
                <a:gd name="T6" fmla="*/ 315 w 372"/>
                <a:gd name="T7" fmla="*/ 474 h 474"/>
                <a:gd name="T8" fmla="*/ 372 w 372"/>
                <a:gd name="T9" fmla="*/ 474 h 474"/>
                <a:gd name="T10" fmla="*/ 372 w 372"/>
                <a:gd name="T11" fmla="*/ 0 h 474"/>
                <a:gd name="T12" fmla="*/ 310 w 372"/>
                <a:gd name="T13" fmla="*/ 0 h 474"/>
                <a:gd name="T14" fmla="*/ 57 w 372"/>
                <a:gd name="T15" fmla="*/ 376 h 474"/>
                <a:gd name="T16" fmla="*/ 57 w 372"/>
                <a:gd name="T17" fmla="*/ 0 h 474"/>
                <a:gd name="T18" fmla="*/ 0 w 372"/>
                <a:gd name="T19" fmla="*/ 0 h 474"/>
                <a:gd name="T20" fmla="*/ 0 w 372"/>
                <a:gd name="T21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2" h="474">
                  <a:moveTo>
                    <a:pt x="0" y="474"/>
                  </a:moveTo>
                  <a:lnTo>
                    <a:pt x="64" y="474"/>
                  </a:lnTo>
                  <a:lnTo>
                    <a:pt x="315" y="100"/>
                  </a:lnTo>
                  <a:lnTo>
                    <a:pt x="315" y="474"/>
                  </a:lnTo>
                  <a:lnTo>
                    <a:pt x="372" y="474"/>
                  </a:lnTo>
                  <a:lnTo>
                    <a:pt x="372" y="0"/>
                  </a:lnTo>
                  <a:lnTo>
                    <a:pt x="310" y="0"/>
                  </a:lnTo>
                  <a:lnTo>
                    <a:pt x="57" y="376"/>
                  </a:lnTo>
                  <a:lnTo>
                    <a:pt x="57" y="0"/>
                  </a:lnTo>
                  <a:lnTo>
                    <a:pt x="0" y="0"/>
                  </a:lnTo>
                  <a:lnTo>
                    <a:pt x="0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5"/>
            <p:cNvSpPr>
              <a:spLocks noEditPoints="1"/>
            </p:cNvSpPr>
            <p:nvPr userDrawn="1"/>
          </p:nvSpPr>
          <p:spPr bwMode="black">
            <a:xfrm>
              <a:off x="4417" y="1903"/>
              <a:ext cx="357" cy="474"/>
            </a:xfrm>
            <a:custGeom>
              <a:avLst/>
              <a:gdLst>
                <a:gd name="T0" fmla="*/ 0 w 151"/>
                <a:gd name="T1" fmla="*/ 200 h 200"/>
                <a:gd name="T2" fmla="*/ 79 w 151"/>
                <a:gd name="T3" fmla="*/ 200 h 200"/>
                <a:gd name="T4" fmla="*/ 124 w 151"/>
                <a:gd name="T5" fmla="*/ 192 h 200"/>
                <a:gd name="T6" fmla="*/ 144 w 151"/>
                <a:gd name="T7" fmla="*/ 170 h 200"/>
                <a:gd name="T8" fmla="*/ 151 w 151"/>
                <a:gd name="T9" fmla="*/ 142 h 200"/>
                <a:gd name="T10" fmla="*/ 142 w 151"/>
                <a:gd name="T11" fmla="*/ 110 h 200"/>
                <a:gd name="T12" fmla="*/ 117 w 151"/>
                <a:gd name="T13" fmla="*/ 90 h 200"/>
                <a:gd name="T14" fmla="*/ 75 w 151"/>
                <a:gd name="T15" fmla="*/ 85 h 200"/>
                <a:gd name="T16" fmla="*/ 27 w 151"/>
                <a:gd name="T17" fmla="*/ 85 h 200"/>
                <a:gd name="T18" fmla="*/ 27 w 151"/>
                <a:gd name="T19" fmla="*/ 24 h 200"/>
                <a:gd name="T20" fmla="*/ 130 w 151"/>
                <a:gd name="T21" fmla="*/ 24 h 200"/>
                <a:gd name="T22" fmla="*/ 130 w 151"/>
                <a:gd name="T23" fmla="*/ 0 h 200"/>
                <a:gd name="T24" fmla="*/ 0 w 151"/>
                <a:gd name="T25" fmla="*/ 0 h 200"/>
                <a:gd name="T26" fmla="*/ 0 w 151"/>
                <a:gd name="T27" fmla="*/ 200 h 200"/>
                <a:gd name="T28" fmla="*/ 27 w 151"/>
                <a:gd name="T29" fmla="*/ 108 h 200"/>
                <a:gd name="T30" fmla="*/ 62 w 151"/>
                <a:gd name="T31" fmla="*/ 108 h 200"/>
                <a:gd name="T32" fmla="*/ 99 w 151"/>
                <a:gd name="T33" fmla="*/ 111 h 200"/>
                <a:gd name="T34" fmla="*/ 116 w 151"/>
                <a:gd name="T35" fmla="*/ 122 h 200"/>
                <a:gd name="T36" fmla="*/ 123 w 151"/>
                <a:gd name="T37" fmla="*/ 143 h 200"/>
                <a:gd name="T38" fmla="*/ 112 w 151"/>
                <a:gd name="T39" fmla="*/ 169 h 200"/>
                <a:gd name="T40" fmla="*/ 80 w 151"/>
                <a:gd name="T41" fmla="*/ 178 h 200"/>
                <a:gd name="T42" fmla="*/ 27 w 151"/>
                <a:gd name="T43" fmla="*/ 178 h 200"/>
                <a:gd name="T44" fmla="*/ 27 w 151"/>
                <a:gd name="T45" fmla="*/ 108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1" h="200">
                  <a:moveTo>
                    <a:pt x="0" y="200"/>
                  </a:moveTo>
                  <a:cubicBezTo>
                    <a:pt x="79" y="200"/>
                    <a:pt x="79" y="200"/>
                    <a:pt x="79" y="200"/>
                  </a:cubicBezTo>
                  <a:cubicBezTo>
                    <a:pt x="100" y="200"/>
                    <a:pt x="115" y="197"/>
                    <a:pt x="124" y="192"/>
                  </a:cubicBezTo>
                  <a:cubicBezTo>
                    <a:pt x="133" y="186"/>
                    <a:pt x="140" y="179"/>
                    <a:pt x="144" y="170"/>
                  </a:cubicBezTo>
                  <a:cubicBezTo>
                    <a:pt x="149" y="162"/>
                    <a:pt x="151" y="152"/>
                    <a:pt x="151" y="142"/>
                  </a:cubicBezTo>
                  <a:cubicBezTo>
                    <a:pt x="151" y="130"/>
                    <a:pt x="148" y="119"/>
                    <a:pt x="142" y="110"/>
                  </a:cubicBezTo>
                  <a:cubicBezTo>
                    <a:pt x="135" y="100"/>
                    <a:pt x="127" y="94"/>
                    <a:pt x="117" y="90"/>
                  </a:cubicBezTo>
                  <a:cubicBezTo>
                    <a:pt x="106" y="87"/>
                    <a:pt x="92" y="85"/>
                    <a:pt x="75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130" y="24"/>
                    <a:pt x="130" y="24"/>
                    <a:pt x="130" y="24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00"/>
                  </a:lnTo>
                  <a:close/>
                  <a:moveTo>
                    <a:pt x="27" y="108"/>
                  </a:moveTo>
                  <a:cubicBezTo>
                    <a:pt x="62" y="108"/>
                    <a:pt x="62" y="108"/>
                    <a:pt x="62" y="108"/>
                  </a:cubicBezTo>
                  <a:cubicBezTo>
                    <a:pt x="80" y="108"/>
                    <a:pt x="92" y="109"/>
                    <a:pt x="99" y="111"/>
                  </a:cubicBezTo>
                  <a:cubicBezTo>
                    <a:pt x="107" y="113"/>
                    <a:pt x="112" y="116"/>
                    <a:pt x="116" y="122"/>
                  </a:cubicBezTo>
                  <a:cubicBezTo>
                    <a:pt x="121" y="128"/>
                    <a:pt x="123" y="134"/>
                    <a:pt x="123" y="143"/>
                  </a:cubicBezTo>
                  <a:cubicBezTo>
                    <a:pt x="123" y="154"/>
                    <a:pt x="119" y="163"/>
                    <a:pt x="112" y="169"/>
                  </a:cubicBezTo>
                  <a:cubicBezTo>
                    <a:pt x="105" y="175"/>
                    <a:pt x="94" y="178"/>
                    <a:pt x="80" y="178"/>
                  </a:cubicBezTo>
                  <a:cubicBezTo>
                    <a:pt x="27" y="178"/>
                    <a:pt x="27" y="178"/>
                    <a:pt x="27" y="178"/>
                  </a:cubicBezTo>
                  <a:lnTo>
                    <a:pt x="27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36"/>
            <p:cNvSpPr>
              <a:spLocks noEditPoints="1"/>
            </p:cNvSpPr>
            <p:nvPr userDrawn="1"/>
          </p:nvSpPr>
          <p:spPr bwMode="black">
            <a:xfrm>
              <a:off x="4816" y="1896"/>
              <a:ext cx="452" cy="490"/>
            </a:xfrm>
            <a:custGeom>
              <a:avLst/>
              <a:gdLst>
                <a:gd name="T0" fmla="*/ 11 w 191"/>
                <a:gd name="T1" fmla="*/ 156 h 207"/>
                <a:gd name="T2" fmla="*/ 45 w 191"/>
                <a:gd name="T3" fmla="*/ 193 h 207"/>
                <a:gd name="T4" fmla="*/ 95 w 191"/>
                <a:gd name="T5" fmla="*/ 207 h 207"/>
                <a:gd name="T6" fmla="*/ 144 w 191"/>
                <a:gd name="T7" fmla="*/ 194 h 207"/>
                <a:gd name="T8" fmla="*/ 179 w 191"/>
                <a:gd name="T9" fmla="*/ 158 h 207"/>
                <a:gd name="T10" fmla="*/ 191 w 191"/>
                <a:gd name="T11" fmla="*/ 103 h 207"/>
                <a:gd name="T12" fmla="*/ 179 w 191"/>
                <a:gd name="T13" fmla="*/ 50 h 207"/>
                <a:gd name="T14" fmla="*/ 145 w 191"/>
                <a:gd name="T15" fmla="*/ 13 h 207"/>
                <a:gd name="T16" fmla="*/ 95 w 191"/>
                <a:gd name="T17" fmla="*/ 0 h 207"/>
                <a:gd name="T18" fmla="*/ 26 w 191"/>
                <a:gd name="T19" fmla="*/ 28 h 207"/>
                <a:gd name="T20" fmla="*/ 0 w 191"/>
                <a:gd name="T21" fmla="*/ 106 h 207"/>
                <a:gd name="T22" fmla="*/ 11 w 191"/>
                <a:gd name="T23" fmla="*/ 156 h 207"/>
                <a:gd name="T24" fmla="*/ 47 w 191"/>
                <a:gd name="T25" fmla="*/ 42 h 207"/>
                <a:gd name="T26" fmla="*/ 96 w 191"/>
                <a:gd name="T27" fmla="*/ 22 h 207"/>
                <a:gd name="T28" fmla="*/ 131 w 191"/>
                <a:gd name="T29" fmla="*/ 32 h 207"/>
                <a:gd name="T30" fmla="*/ 155 w 191"/>
                <a:gd name="T31" fmla="*/ 61 h 207"/>
                <a:gd name="T32" fmla="*/ 164 w 191"/>
                <a:gd name="T33" fmla="*/ 103 h 207"/>
                <a:gd name="T34" fmla="*/ 144 w 191"/>
                <a:gd name="T35" fmla="*/ 163 h 207"/>
                <a:gd name="T36" fmla="*/ 95 w 191"/>
                <a:gd name="T37" fmla="*/ 184 h 207"/>
                <a:gd name="T38" fmla="*/ 46 w 191"/>
                <a:gd name="T39" fmla="*/ 163 h 207"/>
                <a:gd name="T40" fmla="*/ 27 w 191"/>
                <a:gd name="T41" fmla="*/ 106 h 207"/>
                <a:gd name="T42" fmla="*/ 47 w 191"/>
                <a:gd name="T43" fmla="*/ 4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1" h="207">
                  <a:moveTo>
                    <a:pt x="11" y="156"/>
                  </a:moveTo>
                  <a:cubicBezTo>
                    <a:pt x="19" y="171"/>
                    <a:pt x="30" y="184"/>
                    <a:pt x="45" y="193"/>
                  </a:cubicBezTo>
                  <a:cubicBezTo>
                    <a:pt x="60" y="202"/>
                    <a:pt x="76" y="207"/>
                    <a:pt x="95" y="207"/>
                  </a:cubicBezTo>
                  <a:cubicBezTo>
                    <a:pt x="113" y="207"/>
                    <a:pt x="129" y="203"/>
                    <a:pt x="144" y="194"/>
                  </a:cubicBezTo>
                  <a:cubicBezTo>
                    <a:pt x="159" y="186"/>
                    <a:pt x="171" y="174"/>
                    <a:pt x="179" y="158"/>
                  </a:cubicBezTo>
                  <a:cubicBezTo>
                    <a:pt x="187" y="142"/>
                    <a:pt x="191" y="124"/>
                    <a:pt x="191" y="103"/>
                  </a:cubicBezTo>
                  <a:cubicBezTo>
                    <a:pt x="191" y="83"/>
                    <a:pt x="187" y="66"/>
                    <a:pt x="179" y="50"/>
                  </a:cubicBezTo>
                  <a:cubicBezTo>
                    <a:pt x="172" y="34"/>
                    <a:pt x="160" y="22"/>
                    <a:pt x="145" y="13"/>
                  </a:cubicBezTo>
                  <a:cubicBezTo>
                    <a:pt x="131" y="4"/>
                    <a:pt x="114" y="0"/>
                    <a:pt x="95" y="0"/>
                  </a:cubicBezTo>
                  <a:cubicBezTo>
                    <a:pt x="67" y="0"/>
                    <a:pt x="44" y="9"/>
                    <a:pt x="26" y="28"/>
                  </a:cubicBezTo>
                  <a:cubicBezTo>
                    <a:pt x="8" y="47"/>
                    <a:pt x="0" y="73"/>
                    <a:pt x="0" y="106"/>
                  </a:cubicBezTo>
                  <a:cubicBezTo>
                    <a:pt x="0" y="123"/>
                    <a:pt x="3" y="140"/>
                    <a:pt x="11" y="156"/>
                  </a:cubicBezTo>
                  <a:close/>
                  <a:moveTo>
                    <a:pt x="47" y="42"/>
                  </a:moveTo>
                  <a:cubicBezTo>
                    <a:pt x="61" y="29"/>
                    <a:pt x="77" y="22"/>
                    <a:pt x="96" y="22"/>
                  </a:cubicBezTo>
                  <a:cubicBezTo>
                    <a:pt x="109" y="22"/>
                    <a:pt x="121" y="26"/>
                    <a:pt x="131" y="32"/>
                  </a:cubicBezTo>
                  <a:cubicBezTo>
                    <a:pt x="142" y="39"/>
                    <a:pt x="150" y="48"/>
                    <a:pt x="155" y="61"/>
                  </a:cubicBezTo>
                  <a:cubicBezTo>
                    <a:pt x="161" y="73"/>
                    <a:pt x="164" y="87"/>
                    <a:pt x="164" y="103"/>
                  </a:cubicBezTo>
                  <a:cubicBezTo>
                    <a:pt x="164" y="129"/>
                    <a:pt x="157" y="149"/>
                    <a:pt x="144" y="163"/>
                  </a:cubicBezTo>
                  <a:cubicBezTo>
                    <a:pt x="132" y="177"/>
                    <a:pt x="115" y="184"/>
                    <a:pt x="95" y="184"/>
                  </a:cubicBezTo>
                  <a:cubicBezTo>
                    <a:pt x="76" y="184"/>
                    <a:pt x="59" y="177"/>
                    <a:pt x="46" y="163"/>
                  </a:cubicBezTo>
                  <a:cubicBezTo>
                    <a:pt x="33" y="149"/>
                    <a:pt x="27" y="130"/>
                    <a:pt x="27" y="106"/>
                  </a:cubicBezTo>
                  <a:cubicBezTo>
                    <a:pt x="27" y="76"/>
                    <a:pt x="34" y="55"/>
                    <a:pt x="47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37"/>
            <p:cNvSpPr>
              <a:spLocks noEditPoints="1"/>
            </p:cNvSpPr>
            <p:nvPr userDrawn="1"/>
          </p:nvSpPr>
          <p:spPr bwMode="black">
            <a:xfrm>
              <a:off x="7594" y="3754"/>
              <a:ext cx="503" cy="511"/>
            </a:xfrm>
            <a:custGeom>
              <a:avLst/>
              <a:gdLst>
                <a:gd name="T0" fmla="*/ 143 w 213"/>
                <a:gd name="T1" fmla="*/ 87 h 216"/>
                <a:gd name="T2" fmla="*/ 144 w 213"/>
                <a:gd name="T3" fmla="*/ 100 h 216"/>
                <a:gd name="T4" fmla="*/ 141 w 213"/>
                <a:gd name="T5" fmla="*/ 25 h 216"/>
                <a:gd name="T6" fmla="*/ 123 w 213"/>
                <a:gd name="T7" fmla="*/ 6 h 216"/>
                <a:gd name="T8" fmla="*/ 95 w 213"/>
                <a:gd name="T9" fmla="*/ 25 h 216"/>
                <a:gd name="T10" fmla="*/ 76 w 213"/>
                <a:gd name="T11" fmla="*/ 129 h 216"/>
                <a:gd name="T12" fmla="*/ 73 w 213"/>
                <a:gd name="T13" fmla="*/ 147 h 216"/>
                <a:gd name="T14" fmla="*/ 65 w 213"/>
                <a:gd name="T15" fmla="*/ 198 h 216"/>
                <a:gd name="T16" fmla="*/ 123 w 213"/>
                <a:gd name="T17" fmla="*/ 159 h 216"/>
                <a:gd name="T18" fmla="*/ 117 w 213"/>
                <a:gd name="T19" fmla="*/ 198 h 216"/>
                <a:gd name="T20" fmla="*/ 106 w 213"/>
                <a:gd name="T21" fmla="*/ 216 h 216"/>
                <a:gd name="T22" fmla="*/ 138 w 213"/>
                <a:gd name="T23" fmla="*/ 209 h 216"/>
                <a:gd name="T24" fmla="*/ 141 w 213"/>
                <a:gd name="T25" fmla="*/ 130 h 216"/>
                <a:gd name="T26" fmla="*/ 158 w 213"/>
                <a:gd name="T27" fmla="*/ 139 h 216"/>
                <a:gd name="T28" fmla="*/ 158 w 213"/>
                <a:gd name="T29" fmla="*/ 81 h 216"/>
                <a:gd name="T30" fmla="*/ 95 w 213"/>
                <a:gd name="T31" fmla="*/ 43 h 216"/>
                <a:gd name="T32" fmla="*/ 123 w 213"/>
                <a:gd name="T33" fmla="*/ 57 h 216"/>
                <a:gd name="T34" fmla="*/ 95 w 213"/>
                <a:gd name="T35" fmla="*/ 91 h 216"/>
                <a:gd name="T36" fmla="*/ 123 w 213"/>
                <a:gd name="T37" fmla="*/ 74 h 216"/>
                <a:gd name="T38" fmla="*/ 95 w 213"/>
                <a:gd name="T39" fmla="*/ 91 h 216"/>
                <a:gd name="T40" fmla="*/ 95 w 213"/>
                <a:gd name="T41" fmla="*/ 108 h 216"/>
                <a:gd name="T42" fmla="*/ 123 w 213"/>
                <a:gd name="T43" fmla="*/ 124 h 216"/>
                <a:gd name="T44" fmla="*/ 213 w 213"/>
                <a:gd name="T45" fmla="*/ 54 h 216"/>
                <a:gd name="T46" fmla="*/ 198 w 213"/>
                <a:gd name="T47" fmla="*/ 4 h 216"/>
                <a:gd name="T48" fmla="*/ 180 w 213"/>
                <a:gd name="T49" fmla="*/ 54 h 216"/>
                <a:gd name="T50" fmla="*/ 147 w 213"/>
                <a:gd name="T51" fmla="*/ 71 h 216"/>
                <a:gd name="T52" fmla="*/ 180 w 213"/>
                <a:gd name="T53" fmla="*/ 190 h 216"/>
                <a:gd name="T54" fmla="*/ 153 w 213"/>
                <a:gd name="T55" fmla="*/ 198 h 216"/>
                <a:gd name="T56" fmla="*/ 190 w 213"/>
                <a:gd name="T57" fmla="*/ 209 h 216"/>
                <a:gd name="T58" fmla="*/ 198 w 213"/>
                <a:gd name="T59" fmla="*/ 71 h 216"/>
                <a:gd name="T60" fmla="*/ 213 w 213"/>
                <a:gd name="T61" fmla="*/ 54 h 216"/>
                <a:gd name="T62" fmla="*/ 9 w 213"/>
                <a:gd name="T63" fmla="*/ 6 h 216"/>
                <a:gd name="T64" fmla="*/ 68 w 213"/>
                <a:gd name="T65" fmla="*/ 23 h 216"/>
                <a:gd name="T66" fmla="*/ 73 w 213"/>
                <a:gd name="T67" fmla="*/ 38 h 216"/>
                <a:gd name="T68" fmla="*/ 0 w 213"/>
                <a:gd name="T69" fmla="*/ 55 h 216"/>
                <a:gd name="T70" fmla="*/ 73 w 213"/>
                <a:gd name="T71" fmla="*/ 38 h 216"/>
                <a:gd name="T72" fmla="*/ 9 w 213"/>
                <a:gd name="T73" fmla="*/ 68 h 216"/>
                <a:gd name="T74" fmla="*/ 68 w 213"/>
                <a:gd name="T75" fmla="*/ 85 h 216"/>
                <a:gd name="T76" fmla="*/ 68 w 213"/>
                <a:gd name="T77" fmla="*/ 98 h 216"/>
                <a:gd name="T78" fmla="*/ 9 w 213"/>
                <a:gd name="T79" fmla="*/ 116 h 216"/>
                <a:gd name="T80" fmla="*/ 68 w 213"/>
                <a:gd name="T81" fmla="*/ 98 h 216"/>
                <a:gd name="T82" fmla="*/ 11 w 213"/>
                <a:gd name="T83" fmla="*/ 132 h 216"/>
                <a:gd name="T84" fmla="*/ 29 w 213"/>
                <a:gd name="T85" fmla="*/ 212 h 216"/>
                <a:gd name="T86" fmla="*/ 66 w 213"/>
                <a:gd name="T87" fmla="*/ 195 h 216"/>
                <a:gd name="T88" fmla="*/ 29 w 213"/>
                <a:gd name="T89" fmla="*/ 178 h 216"/>
                <a:gd name="T90" fmla="*/ 48 w 213"/>
                <a:gd name="T91" fmla="*/ 150 h 216"/>
                <a:gd name="T92" fmla="*/ 29 w 213"/>
                <a:gd name="T93" fmla="*/ 17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216">
                  <a:moveTo>
                    <a:pt x="158" y="81"/>
                  </a:moveTo>
                  <a:cubicBezTo>
                    <a:pt x="143" y="87"/>
                    <a:pt x="143" y="87"/>
                    <a:pt x="143" y="87"/>
                  </a:cubicBezTo>
                  <a:cubicBezTo>
                    <a:pt x="146" y="93"/>
                    <a:pt x="150" y="100"/>
                    <a:pt x="152" y="107"/>
                  </a:cubicBezTo>
                  <a:cubicBezTo>
                    <a:pt x="144" y="100"/>
                    <a:pt x="144" y="100"/>
                    <a:pt x="144" y="100"/>
                  </a:cubicBezTo>
                  <a:cubicBezTo>
                    <a:pt x="141" y="103"/>
                    <a:pt x="141" y="103"/>
                    <a:pt x="141" y="103"/>
                  </a:cubicBezTo>
                  <a:cubicBezTo>
                    <a:pt x="141" y="25"/>
                    <a:pt x="141" y="25"/>
                    <a:pt x="141" y="25"/>
                  </a:cubicBezTo>
                  <a:cubicBezTo>
                    <a:pt x="114" y="25"/>
                    <a:pt x="114" y="25"/>
                    <a:pt x="114" y="25"/>
                  </a:cubicBezTo>
                  <a:cubicBezTo>
                    <a:pt x="118" y="21"/>
                    <a:pt x="121" y="15"/>
                    <a:pt x="123" y="6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102" y="11"/>
                    <a:pt x="99" y="19"/>
                    <a:pt x="9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6" y="129"/>
                    <a:pt x="76" y="129"/>
                    <a:pt x="76" y="129"/>
                  </a:cubicBezTo>
                  <a:cubicBezTo>
                    <a:pt x="68" y="130"/>
                    <a:pt x="68" y="130"/>
                    <a:pt x="68" y="130"/>
                  </a:cubicBezTo>
                  <a:cubicBezTo>
                    <a:pt x="73" y="147"/>
                    <a:pt x="73" y="147"/>
                    <a:pt x="73" y="147"/>
                  </a:cubicBezTo>
                  <a:cubicBezTo>
                    <a:pt x="116" y="141"/>
                    <a:pt x="116" y="141"/>
                    <a:pt x="116" y="141"/>
                  </a:cubicBezTo>
                  <a:cubicBezTo>
                    <a:pt x="97" y="168"/>
                    <a:pt x="80" y="187"/>
                    <a:pt x="65" y="198"/>
                  </a:cubicBezTo>
                  <a:cubicBezTo>
                    <a:pt x="77" y="212"/>
                    <a:pt x="77" y="212"/>
                    <a:pt x="77" y="212"/>
                  </a:cubicBezTo>
                  <a:cubicBezTo>
                    <a:pt x="96" y="196"/>
                    <a:pt x="111" y="178"/>
                    <a:pt x="123" y="159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23" y="196"/>
                    <a:pt x="121" y="198"/>
                    <a:pt x="117" y="198"/>
                  </a:cubicBezTo>
                  <a:cubicBezTo>
                    <a:pt x="98" y="198"/>
                    <a:pt x="98" y="198"/>
                    <a:pt x="98" y="198"/>
                  </a:cubicBezTo>
                  <a:cubicBezTo>
                    <a:pt x="106" y="216"/>
                    <a:pt x="106" y="216"/>
                    <a:pt x="106" y="216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31" y="216"/>
                    <a:pt x="135" y="214"/>
                    <a:pt x="138" y="209"/>
                  </a:cubicBezTo>
                  <a:cubicBezTo>
                    <a:pt x="140" y="204"/>
                    <a:pt x="141" y="200"/>
                    <a:pt x="141" y="197"/>
                  </a:cubicBezTo>
                  <a:cubicBezTo>
                    <a:pt x="141" y="130"/>
                    <a:pt x="141" y="130"/>
                    <a:pt x="141" y="130"/>
                  </a:cubicBezTo>
                  <a:cubicBezTo>
                    <a:pt x="154" y="112"/>
                    <a:pt x="154" y="112"/>
                    <a:pt x="154" y="112"/>
                  </a:cubicBezTo>
                  <a:cubicBezTo>
                    <a:pt x="157" y="122"/>
                    <a:pt x="158" y="131"/>
                    <a:pt x="158" y="139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174" y="114"/>
                    <a:pt x="168" y="96"/>
                    <a:pt x="158" y="81"/>
                  </a:cubicBezTo>
                  <a:close/>
                  <a:moveTo>
                    <a:pt x="95" y="57"/>
                  </a:moveTo>
                  <a:cubicBezTo>
                    <a:pt x="95" y="43"/>
                    <a:pt x="95" y="43"/>
                    <a:pt x="95" y="43"/>
                  </a:cubicBezTo>
                  <a:cubicBezTo>
                    <a:pt x="123" y="43"/>
                    <a:pt x="123" y="43"/>
                    <a:pt x="123" y="43"/>
                  </a:cubicBezTo>
                  <a:cubicBezTo>
                    <a:pt x="123" y="57"/>
                    <a:pt x="123" y="57"/>
                    <a:pt x="123" y="57"/>
                  </a:cubicBezTo>
                  <a:lnTo>
                    <a:pt x="95" y="57"/>
                  </a:lnTo>
                  <a:close/>
                  <a:moveTo>
                    <a:pt x="95" y="91"/>
                  </a:moveTo>
                  <a:cubicBezTo>
                    <a:pt x="95" y="74"/>
                    <a:pt x="95" y="74"/>
                    <a:pt x="95" y="74"/>
                  </a:cubicBezTo>
                  <a:cubicBezTo>
                    <a:pt x="123" y="74"/>
                    <a:pt x="123" y="74"/>
                    <a:pt x="123" y="74"/>
                  </a:cubicBezTo>
                  <a:cubicBezTo>
                    <a:pt x="123" y="91"/>
                    <a:pt x="123" y="91"/>
                    <a:pt x="123" y="91"/>
                  </a:cubicBezTo>
                  <a:lnTo>
                    <a:pt x="95" y="91"/>
                  </a:lnTo>
                  <a:close/>
                  <a:moveTo>
                    <a:pt x="95" y="127"/>
                  </a:moveTo>
                  <a:cubicBezTo>
                    <a:pt x="95" y="108"/>
                    <a:pt x="95" y="108"/>
                    <a:pt x="95" y="108"/>
                  </a:cubicBezTo>
                  <a:cubicBezTo>
                    <a:pt x="123" y="108"/>
                    <a:pt x="123" y="108"/>
                    <a:pt x="123" y="108"/>
                  </a:cubicBezTo>
                  <a:cubicBezTo>
                    <a:pt x="123" y="124"/>
                    <a:pt x="123" y="124"/>
                    <a:pt x="123" y="124"/>
                  </a:cubicBezTo>
                  <a:lnTo>
                    <a:pt x="95" y="127"/>
                  </a:lnTo>
                  <a:close/>
                  <a:moveTo>
                    <a:pt x="213" y="54"/>
                  </a:moveTo>
                  <a:cubicBezTo>
                    <a:pt x="198" y="54"/>
                    <a:pt x="198" y="54"/>
                    <a:pt x="198" y="54"/>
                  </a:cubicBezTo>
                  <a:cubicBezTo>
                    <a:pt x="198" y="4"/>
                    <a:pt x="198" y="4"/>
                    <a:pt x="198" y="4"/>
                  </a:cubicBezTo>
                  <a:cubicBezTo>
                    <a:pt x="180" y="4"/>
                    <a:pt x="180" y="4"/>
                    <a:pt x="180" y="4"/>
                  </a:cubicBezTo>
                  <a:cubicBezTo>
                    <a:pt x="180" y="54"/>
                    <a:pt x="180" y="54"/>
                    <a:pt x="180" y="54"/>
                  </a:cubicBezTo>
                  <a:cubicBezTo>
                    <a:pt x="147" y="54"/>
                    <a:pt x="147" y="54"/>
                    <a:pt x="147" y="54"/>
                  </a:cubicBezTo>
                  <a:cubicBezTo>
                    <a:pt x="147" y="71"/>
                    <a:pt x="147" y="71"/>
                    <a:pt x="147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190"/>
                    <a:pt x="180" y="190"/>
                    <a:pt x="180" y="190"/>
                  </a:cubicBezTo>
                  <a:cubicBezTo>
                    <a:pt x="180" y="195"/>
                    <a:pt x="177" y="198"/>
                    <a:pt x="172" y="198"/>
                  </a:cubicBezTo>
                  <a:cubicBezTo>
                    <a:pt x="153" y="198"/>
                    <a:pt x="153" y="198"/>
                    <a:pt x="153" y="198"/>
                  </a:cubicBezTo>
                  <a:cubicBezTo>
                    <a:pt x="160" y="216"/>
                    <a:pt x="160" y="216"/>
                    <a:pt x="160" y="216"/>
                  </a:cubicBezTo>
                  <a:cubicBezTo>
                    <a:pt x="175" y="216"/>
                    <a:pt x="185" y="213"/>
                    <a:pt x="190" y="209"/>
                  </a:cubicBezTo>
                  <a:cubicBezTo>
                    <a:pt x="195" y="204"/>
                    <a:pt x="198" y="197"/>
                    <a:pt x="198" y="187"/>
                  </a:cubicBezTo>
                  <a:cubicBezTo>
                    <a:pt x="198" y="71"/>
                    <a:pt x="198" y="71"/>
                    <a:pt x="198" y="71"/>
                  </a:cubicBezTo>
                  <a:cubicBezTo>
                    <a:pt x="213" y="71"/>
                    <a:pt x="213" y="71"/>
                    <a:pt x="213" y="71"/>
                  </a:cubicBezTo>
                  <a:lnTo>
                    <a:pt x="213" y="54"/>
                  </a:lnTo>
                  <a:close/>
                  <a:moveTo>
                    <a:pt x="68" y="6"/>
                  </a:moveTo>
                  <a:cubicBezTo>
                    <a:pt x="9" y="6"/>
                    <a:pt x="9" y="6"/>
                    <a:pt x="9" y="6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8" y="23"/>
                    <a:pt x="68" y="23"/>
                    <a:pt x="68" y="23"/>
                  </a:cubicBezTo>
                  <a:lnTo>
                    <a:pt x="68" y="6"/>
                  </a:lnTo>
                  <a:close/>
                  <a:moveTo>
                    <a:pt x="73" y="38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73" y="55"/>
                    <a:pt x="73" y="55"/>
                    <a:pt x="73" y="55"/>
                  </a:cubicBezTo>
                  <a:lnTo>
                    <a:pt x="73" y="38"/>
                  </a:lnTo>
                  <a:close/>
                  <a:moveTo>
                    <a:pt x="68" y="68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68" y="85"/>
                    <a:pt x="68" y="85"/>
                    <a:pt x="68" y="85"/>
                  </a:cubicBezTo>
                  <a:lnTo>
                    <a:pt x="68" y="68"/>
                  </a:lnTo>
                  <a:close/>
                  <a:moveTo>
                    <a:pt x="68" y="98"/>
                  </a:moveTo>
                  <a:cubicBezTo>
                    <a:pt x="9" y="98"/>
                    <a:pt x="9" y="98"/>
                    <a:pt x="9" y="98"/>
                  </a:cubicBezTo>
                  <a:cubicBezTo>
                    <a:pt x="9" y="116"/>
                    <a:pt x="9" y="116"/>
                    <a:pt x="9" y="116"/>
                  </a:cubicBezTo>
                  <a:cubicBezTo>
                    <a:pt x="68" y="116"/>
                    <a:pt x="68" y="116"/>
                    <a:pt x="68" y="116"/>
                  </a:cubicBezTo>
                  <a:lnTo>
                    <a:pt x="68" y="98"/>
                  </a:lnTo>
                  <a:close/>
                  <a:moveTo>
                    <a:pt x="66" y="132"/>
                  </a:moveTo>
                  <a:cubicBezTo>
                    <a:pt x="11" y="132"/>
                    <a:pt x="11" y="132"/>
                    <a:pt x="11" y="132"/>
                  </a:cubicBezTo>
                  <a:cubicBezTo>
                    <a:pt x="11" y="212"/>
                    <a:pt x="11" y="212"/>
                    <a:pt x="11" y="212"/>
                  </a:cubicBezTo>
                  <a:cubicBezTo>
                    <a:pt x="29" y="212"/>
                    <a:pt x="29" y="212"/>
                    <a:pt x="29" y="212"/>
                  </a:cubicBezTo>
                  <a:cubicBezTo>
                    <a:pt x="29" y="195"/>
                    <a:pt x="29" y="195"/>
                    <a:pt x="29" y="195"/>
                  </a:cubicBezTo>
                  <a:cubicBezTo>
                    <a:pt x="66" y="195"/>
                    <a:pt x="66" y="195"/>
                    <a:pt x="66" y="195"/>
                  </a:cubicBezTo>
                  <a:lnTo>
                    <a:pt x="66" y="132"/>
                  </a:lnTo>
                  <a:close/>
                  <a:moveTo>
                    <a:pt x="29" y="178"/>
                  </a:moveTo>
                  <a:cubicBezTo>
                    <a:pt x="29" y="150"/>
                    <a:pt x="29" y="150"/>
                    <a:pt x="29" y="150"/>
                  </a:cubicBezTo>
                  <a:cubicBezTo>
                    <a:pt x="48" y="150"/>
                    <a:pt x="48" y="150"/>
                    <a:pt x="48" y="150"/>
                  </a:cubicBezTo>
                  <a:cubicBezTo>
                    <a:pt x="48" y="178"/>
                    <a:pt x="48" y="178"/>
                    <a:pt x="48" y="178"/>
                  </a:cubicBezTo>
                  <a:lnTo>
                    <a:pt x="29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38"/>
            <p:cNvSpPr>
              <a:spLocks noEditPoints="1"/>
            </p:cNvSpPr>
            <p:nvPr userDrawn="1"/>
          </p:nvSpPr>
          <p:spPr bwMode="black">
            <a:xfrm>
              <a:off x="8161" y="3754"/>
              <a:ext cx="506" cy="511"/>
            </a:xfrm>
            <a:custGeom>
              <a:avLst/>
              <a:gdLst>
                <a:gd name="T0" fmla="*/ 143 w 214"/>
                <a:gd name="T1" fmla="*/ 87 h 216"/>
                <a:gd name="T2" fmla="*/ 144 w 214"/>
                <a:gd name="T3" fmla="*/ 100 h 216"/>
                <a:gd name="T4" fmla="*/ 141 w 214"/>
                <a:gd name="T5" fmla="*/ 25 h 216"/>
                <a:gd name="T6" fmla="*/ 123 w 214"/>
                <a:gd name="T7" fmla="*/ 6 h 216"/>
                <a:gd name="T8" fmla="*/ 96 w 214"/>
                <a:gd name="T9" fmla="*/ 25 h 216"/>
                <a:gd name="T10" fmla="*/ 77 w 214"/>
                <a:gd name="T11" fmla="*/ 129 h 216"/>
                <a:gd name="T12" fmla="*/ 73 w 214"/>
                <a:gd name="T13" fmla="*/ 147 h 216"/>
                <a:gd name="T14" fmla="*/ 65 w 214"/>
                <a:gd name="T15" fmla="*/ 198 h 216"/>
                <a:gd name="T16" fmla="*/ 123 w 214"/>
                <a:gd name="T17" fmla="*/ 159 h 216"/>
                <a:gd name="T18" fmla="*/ 117 w 214"/>
                <a:gd name="T19" fmla="*/ 198 h 216"/>
                <a:gd name="T20" fmla="*/ 107 w 214"/>
                <a:gd name="T21" fmla="*/ 216 h 216"/>
                <a:gd name="T22" fmla="*/ 138 w 214"/>
                <a:gd name="T23" fmla="*/ 209 h 216"/>
                <a:gd name="T24" fmla="*/ 141 w 214"/>
                <a:gd name="T25" fmla="*/ 130 h 216"/>
                <a:gd name="T26" fmla="*/ 158 w 214"/>
                <a:gd name="T27" fmla="*/ 139 h 216"/>
                <a:gd name="T28" fmla="*/ 158 w 214"/>
                <a:gd name="T29" fmla="*/ 81 h 216"/>
                <a:gd name="T30" fmla="*/ 95 w 214"/>
                <a:gd name="T31" fmla="*/ 43 h 216"/>
                <a:gd name="T32" fmla="*/ 123 w 214"/>
                <a:gd name="T33" fmla="*/ 57 h 216"/>
                <a:gd name="T34" fmla="*/ 95 w 214"/>
                <a:gd name="T35" fmla="*/ 91 h 216"/>
                <a:gd name="T36" fmla="*/ 123 w 214"/>
                <a:gd name="T37" fmla="*/ 74 h 216"/>
                <a:gd name="T38" fmla="*/ 95 w 214"/>
                <a:gd name="T39" fmla="*/ 91 h 216"/>
                <a:gd name="T40" fmla="*/ 95 w 214"/>
                <a:gd name="T41" fmla="*/ 108 h 216"/>
                <a:gd name="T42" fmla="*/ 123 w 214"/>
                <a:gd name="T43" fmla="*/ 124 h 216"/>
                <a:gd name="T44" fmla="*/ 214 w 214"/>
                <a:gd name="T45" fmla="*/ 54 h 216"/>
                <a:gd name="T46" fmla="*/ 198 w 214"/>
                <a:gd name="T47" fmla="*/ 4 h 216"/>
                <a:gd name="T48" fmla="*/ 180 w 214"/>
                <a:gd name="T49" fmla="*/ 54 h 216"/>
                <a:gd name="T50" fmla="*/ 147 w 214"/>
                <a:gd name="T51" fmla="*/ 71 h 216"/>
                <a:gd name="T52" fmla="*/ 180 w 214"/>
                <a:gd name="T53" fmla="*/ 190 h 216"/>
                <a:gd name="T54" fmla="*/ 153 w 214"/>
                <a:gd name="T55" fmla="*/ 198 h 216"/>
                <a:gd name="T56" fmla="*/ 191 w 214"/>
                <a:gd name="T57" fmla="*/ 209 h 216"/>
                <a:gd name="T58" fmla="*/ 198 w 214"/>
                <a:gd name="T59" fmla="*/ 71 h 216"/>
                <a:gd name="T60" fmla="*/ 214 w 214"/>
                <a:gd name="T61" fmla="*/ 54 h 216"/>
                <a:gd name="T62" fmla="*/ 9 w 214"/>
                <a:gd name="T63" fmla="*/ 6 h 216"/>
                <a:gd name="T64" fmla="*/ 68 w 214"/>
                <a:gd name="T65" fmla="*/ 23 h 216"/>
                <a:gd name="T66" fmla="*/ 73 w 214"/>
                <a:gd name="T67" fmla="*/ 38 h 216"/>
                <a:gd name="T68" fmla="*/ 0 w 214"/>
                <a:gd name="T69" fmla="*/ 55 h 216"/>
                <a:gd name="T70" fmla="*/ 73 w 214"/>
                <a:gd name="T71" fmla="*/ 38 h 216"/>
                <a:gd name="T72" fmla="*/ 9 w 214"/>
                <a:gd name="T73" fmla="*/ 68 h 216"/>
                <a:gd name="T74" fmla="*/ 68 w 214"/>
                <a:gd name="T75" fmla="*/ 85 h 216"/>
                <a:gd name="T76" fmla="*/ 68 w 214"/>
                <a:gd name="T77" fmla="*/ 98 h 216"/>
                <a:gd name="T78" fmla="*/ 9 w 214"/>
                <a:gd name="T79" fmla="*/ 116 h 216"/>
                <a:gd name="T80" fmla="*/ 68 w 214"/>
                <a:gd name="T81" fmla="*/ 98 h 216"/>
                <a:gd name="T82" fmla="*/ 12 w 214"/>
                <a:gd name="T83" fmla="*/ 132 h 216"/>
                <a:gd name="T84" fmla="*/ 30 w 214"/>
                <a:gd name="T85" fmla="*/ 212 h 216"/>
                <a:gd name="T86" fmla="*/ 66 w 214"/>
                <a:gd name="T87" fmla="*/ 195 h 216"/>
                <a:gd name="T88" fmla="*/ 30 w 214"/>
                <a:gd name="T89" fmla="*/ 178 h 216"/>
                <a:gd name="T90" fmla="*/ 48 w 214"/>
                <a:gd name="T91" fmla="*/ 150 h 216"/>
                <a:gd name="T92" fmla="*/ 30 w 214"/>
                <a:gd name="T93" fmla="*/ 17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4" h="216">
                  <a:moveTo>
                    <a:pt x="158" y="81"/>
                  </a:moveTo>
                  <a:cubicBezTo>
                    <a:pt x="143" y="87"/>
                    <a:pt x="143" y="87"/>
                    <a:pt x="143" y="87"/>
                  </a:cubicBezTo>
                  <a:cubicBezTo>
                    <a:pt x="147" y="93"/>
                    <a:pt x="150" y="100"/>
                    <a:pt x="152" y="107"/>
                  </a:cubicBezTo>
                  <a:cubicBezTo>
                    <a:pt x="144" y="100"/>
                    <a:pt x="144" y="100"/>
                    <a:pt x="144" y="100"/>
                  </a:cubicBezTo>
                  <a:cubicBezTo>
                    <a:pt x="141" y="103"/>
                    <a:pt x="141" y="103"/>
                    <a:pt x="141" y="103"/>
                  </a:cubicBezTo>
                  <a:cubicBezTo>
                    <a:pt x="141" y="25"/>
                    <a:pt x="141" y="25"/>
                    <a:pt x="141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8" y="21"/>
                    <a:pt x="121" y="15"/>
                    <a:pt x="123" y="6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03" y="11"/>
                    <a:pt x="99" y="19"/>
                    <a:pt x="9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129"/>
                    <a:pt x="77" y="129"/>
                    <a:pt x="77" y="129"/>
                  </a:cubicBezTo>
                  <a:cubicBezTo>
                    <a:pt x="68" y="130"/>
                    <a:pt x="68" y="130"/>
                    <a:pt x="68" y="130"/>
                  </a:cubicBezTo>
                  <a:cubicBezTo>
                    <a:pt x="73" y="147"/>
                    <a:pt x="73" y="147"/>
                    <a:pt x="73" y="147"/>
                  </a:cubicBezTo>
                  <a:cubicBezTo>
                    <a:pt x="116" y="141"/>
                    <a:pt x="116" y="141"/>
                    <a:pt x="116" y="141"/>
                  </a:cubicBezTo>
                  <a:cubicBezTo>
                    <a:pt x="97" y="168"/>
                    <a:pt x="80" y="187"/>
                    <a:pt x="65" y="198"/>
                  </a:cubicBezTo>
                  <a:cubicBezTo>
                    <a:pt x="78" y="212"/>
                    <a:pt x="78" y="212"/>
                    <a:pt x="78" y="212"/>
                  </a:cubicBezTo>
                  <a:cubicBezTo>
                    <a:pt x="96" y="196"/>
                    <a:pt x="111" y="178"/>
                    <a:pt x="123" y="159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23" y="196"/>
                    <a:pt x="121" y="198"/>
                    <a:pt x="117" y="198"/>
                  </a:cubicBezTo>
                  <a:cubicBezTo>
                    <a:pt x="98" y="198"/>
                    <a:pt x="98" y="198"/>
                    <a:pt x="98" y="198"/>
                  </a:cubicBezTo>
                  <a:cubicBezTo>
                    <a:pt x="107" y="216"/>
                    <a:pt x="107" y="216"/>
                    <a:pt x="107" y="216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31" y="216"/>
                    <a:pt x="135" y="214"/>
                    <a:pt x="138" y="209"/>
                  </a:cubicBezTo>
                  <a:cubicBezTo>
                    <a:pt x="140" y="204"/>
                    <a:pt x="141" y="200"/>
                    <a:pt x="141" y="197"/>
                  </a:cubicBezTo>
                  <a:cubicBezTo>
                    <a:pt x="141" y="130"/>
                    <a:pt x="141" y="130"/>
                    <a:pt x="141" y="130"/>
                  </a:cubicBezTo>
                  <a:cubicBezTo>
                    <a:pt x="154" y="112"/>
                    <a:pt x="154" y="112"/>
                    <a:pt x="154" y="112"/>
                  </a:cubicBezTo>
                  <a:cubicBezTo>
                    <a:pt x="157" y="122"/>
                    <a:pt x="158" y="131"/>
                    <a:pt x="158" y="139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174" y="114"/>
                    <a:pt x="168" y="96"/>
                    <a:pt x="158" y="81"/>
                  </a:cubicBezTo>
                  <a:close/>
                  <a:moveTo>
                    <a:pt x="95" y="57"/>
                  </a:moveTo>
                  <a:cubicBezTo>
                    <a:pt x="95" y="43"/>
                    <a:pt x="95" y="43"/>
                    <a:pt x="95" y="43"/>
                  </a:cubicBezTo>
                  <a:cubicBezTo>
                    <a:pt x="123" y="43"/>
                    <a:pt x="123" y="43"/>
                    <a:pt x="123" y="43"/>
                  </a:cubicBezTo>
                  <a:cubicBezTo>
                    <a:pt x="123" y="57"/>
                    <a:pt x="123" y="57"/>
                    <a:pt x="123" y="57"/>
                  </a:cubicBezTo>
                  <a:lnTo>
                    <a:pt x="95" y="57"/>
                  </a:lnTo>
                  <a:close/>
                  <a:moveTo>
                    <a:pt x="95" y="91"/>
                  </a:moveTo>
                  <a:cubicBezTo>
                    <a:pt x="95" y="74"/>
                    <a:pt x="95" y="74"/>
                    <a:pt x="95" y="74"/>
                  </a:cubicBezTo>
                  <a:cubicBezTo>
                    <a:pt x="123" y="74"/>
                    <a:pt x="123" y="74"/>
                    <a:pt x="123" y="74"/>
                  </a:cubicBezTo>
                  <a:cubicBezTo>
                    <a:pt x="123" y="91"/>
                    <a:pt x="123" y="91"/>
                    <a:pt x="123" y="91"/>
                  </a:cubicBezTo>
                  <a:lnTo>
                    <a:pt x="95" y="91"/>
                  </a:lnTo>
                  <a:close/>
                  <a:moveTo>
                    <a:pt x="95" y="127"/>
                  </a:moveTo>
                  <a:cubicBezTo>
                    <a:pt x="95" y="108"/>
                    <a:pt x="95" y="108"/>
                    <a:pt x="95" y="108"/>
                  </a:cubicBezTo>
                  <a:cubicBezTo>
                    <a:pt x="123" y="108"/>
                    <a:pt x="123" y="108"/>
                    <a:pt x="123" y="108"/>
                  </a:cubicBezTo>
                  <a:cubicBezTo>
                    <a:pt x="123" y="124"/>
                    <a:pt x="123" y="124"/>
                    <a:pt x="123" y="124"/>
                  </a:cubicBezTo>
                  <a:lnTo>
                    <a:pt x="95" y="127"/>
                  </a:lnTo>
                  <a:close/>
                  <a:moveTo>
                    <a:pt x="214" y="54"/>
                  </a:moveTo>
                  <a:cubicBezTo>
                    <a:pt x="198" y="54"/>
                    <a:pt x="198" y="54"/>
                    <a:pt x="198" y="54"/>
                  </a:cubicBezTo>
                  <a:cubicBezTo>
                    <a:pt x="198" y="4"/>
                    <a:pt x="198" y="4"/>
                    <a:pt x="198" y="4"/>
                  </a:cubicBezTo>
                  <a:cubicBezTo>
                    <a:pt x="180" y="4"/>
                    <a:pt x="180" y="4"/>
                    <a:pt x="180" y="4"/>
                  </a:cubicBezTo>
                  <a:cubicBezTo>
                    <a:pt x="180" y="54"/>
                    <a:pt x="180" y="54"/>
                    <a:pt x="180" y="54"/>
                  </a:cubicBezTo>
                  <a:cubicBezTo>
                    <a:pt x="147" y="54"/>
                    <a:pt x="147" y="54"/>
                    <a:pt x="147" y="54"/>
                  </a:cubicBezTo>
                  <a:cubicBezTo>
                    <a:pt x="147" y="71"/>
                    <a:pt x="147" y="71"/>
                    <a:pt x="147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190"/>
                    <a:pt x="180" y="190"/>
                    <a:pt x="180" y="190"/>
                  </a:cubicBezTo>
                  <a:cubicBezTo>
                    <a:pt x="180" y="195"/>
                    <a:pt x="177" y="198"/>
                    <a:pt x="172" y="198"/>
                  </a:cubicBezTo>
                  <a:cubicBezTo>
                    <a:pt x="153" y="198"/>
                    <a:pt x="153" y="198"/>
                    <a:pt x="153" y="198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76" y="216"/>
                    <a:pt x="186" y="213"/>
                    <a:pt x="191" y="209"/>
                  </a:cubicBezTo>
                  <a:cubicBezTo>
                    <a:pt x="195" y="204"/>
                    <a:pt x="198" y="197"/>
                    <a:pt x="198" y="187"/>
                  </a:cubicBezTo>
                  <a:cubicBezTo>
                    <a:pt x="198" y="71"/>
                    <a:pt x="198" y="71"/>
                    <a:pt x="198" y="71"/>
                  </a:cubicBezTo>
                  <a:cubicBezTo>
                    <a:pt x="214" y="71"/>
                    <a:pt x="214" y="71"/>
                    <a:pt x="214" y="71"/>
                  </a:cubicBezTo>
                  <a:lnTo>
                    <a:pt x="214" y="54"/>
                  </a:lnTo>
                  <a:close/>
                  <a:moveTo>
                    <a:pt x="68" y="6"/>
                  </a:moveTo>
                  <a:cubicBezTo>
                    <a:pt x="9" y="6"/>
                    <a:pt x="9" y="6"/>
                    <a:pt x="9" y="6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8" y="23"/>
                    <a:pt x="68" y="23"/>
                    <a:pt x="68" y="23"/>
                  </a:cubicBezTo>
                  <a:lnTo>
                    <a:pt x="68" y="6"/>
                  </a:lnTo>
                  <a:close/>
                  <a:moveTo>
                    <a:pt x="73" y="38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73" y="55"/>
                    <a:pt x="73" y="55"/>
                    <a:pt x="73" y="55"/>
                  </a:cubicBezTo>
                  <a:lnTo>
                    <a:pt x="73" y="38"/>
                  </a:lnTo>
                  <a:close/>
                  <a:moveTo>
                    <a:pt x="68" y="68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68" y="85"/>
                    <a:pt x="68" y="85"/>
                    <a:pt x="68" y="85"/>
                  </a:cubicBezTo>
                  <a:lnTo>
                    <a:pt x="68" y="68"/>
                  </a:lnTo>
                  <a:close/>
                  <a:moveTo>
                    <a:pt x="68" y="98"/>
                  </a:moveTo>
                  <a:cubicBezTo>
                    <a:pt x="9" y="98"/>
                    <a:pt x="9" y="98"/>
                    <a:pt x="9" y="98"/>
                  </a:cubicBezTo>
                  <a:cubicBezTo>
                    <a:pt x="9" y="116"/>
                    <a:pt x="9" y="116"/>
                    <a:pt x="9" y="116"/>
                  </a:cubicBezTo>
                  <a:cubicBezTo>
                    <a:pt x="68" y="116"/>
                    <a:pt x="68" y="116"/>
                    <a:pt x="68" y="116"/>
                  </a:cubicBezTo>
                  <a:lnTo>
                    <a:pt x="68" y="98"/>
                  </a:lnTo>
                  <a:close/>
                  <a:moveTo>
                    <a:pt x="66" y="132"/>
                  </a:moveTo>
                  <a:cubicBezTo>
                    <a:pt x="12" y="132"/>
                    <a:pt x="12" y="132"/>
                    <a:pt x="12" y="132"/>
                  </a:cubicBezTo>
                  <a:cubicBezTo>
                    <a:pt x="12" y="212"/>
                    <a:pt x="12" y="212"/>
                    <a:pt x="12" y="212"/>
                  </a:cubicBezTo>
                  <a:cubicBezTo>
                    <a:pt x="30" y="212"/>
                    <a:pt x="30" y="212"/>
                    <a:pt x="30" y="212"/>
                  </a:cubicBezTo>
                  <a:cubicBezTo>
                    <a:pt x="30" y="195"/>
                    <a:pt x="30" y="195"/>
                    <a:pt x="30" y="195"/>
                  </a:cubicBezTo>
                  <a:cubicBezTo>
                    <a:pt x="66" y="195"/>
                    <a:pt x="66" y="195"/>
                    <a:pt x="66" y="195"/>
                  </a:cubicBezTo>
                  <a:lnTo>
                    <a:pt x="66" y="132"/>
                  </a:lnTo>
                  <a:close/>
                  <a:moveTo>
                    <a:pt x="30" y="178"/>
                  </a:moveTo>
                  <a:cubicBezTo>
                    <a:pt x="30" y="150"/>
                    <a:pt x="30" y="150"/>
                    <a:pt x="30" y="150"/>
                  </a:cubicBezTo>
                  <a:cubicBezTo>
                    <a:pt x="48" y="150"/>
                    <a:pt x="48" y="150"/>
                    <a:pt x="48" y="150"/>
                  </a:cubicBezTo>
                  <a:cubicBezTo>
                    <a:pt x="48" y="178"/>
                    <a:pt x="48" y="178"/>
                    <a:pt x="48" y="178"/>
                  </a:cubicBezTo>
                  <a:lnTo>
                    <a:pt x="30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39"/>
            <p:cNvSpPr>
              <a:spLocks/>
            </p:cNvSpPr>
            <p:nvPr userDrawn="1"/>
          </p:nvSpPr>
          <p:spPr bwMode="black">
            <a:xfrm>
              <a:off x="5930" y="1913"/>
              <a:ext cx="437" cy="490"/>
            </a:xfrm>
            <a:custGeom>
              <a:avLst/>
              <a:gdLst>
                <a:gd name="T0" fmla="*/ 159 w 185"/>
                <a:gd name="T1" fmla="*/ 125 h 207"/>
                <a:gd name="T2" fmla="*/ 159 w 185"/>
                <a:gd name="T3" fmla="*/ 162 h 207"/>
                <a:gd name="T4" fmla="*/ 134 w 185"/>
                <a:gd name="T5" fmla="*/ 176 h 207"/>
                <a:gd name="T6" fmla="*/ 101 w 185"/>
                <a:gd name="T7" fmla="*/ 183 h 207"/>
                <a:gd name="T8" fmla="*/ 63 w 185"/>
                <a:gd name="T9" fmla="*/ 174 h 207"/>
                <a:gd name="T10" fmla="*/ 37 w 185"/>
                <a:gd name="T11" fmla="*/ 147 h 207"/>
                <a:gd name="T12" fmla="*/ 27 w 185"/>
                <a:gd name="T13" fmla="*/ 102 h 207"/>
                <a:gd name="T14" fmla="*/ 35 w 185"/>
                <a:gd name="T15" fmla="*/ 62 h 207"/>
                <a:gd name="T16" fmla="*/ 48 w 185"/>
                <a:gd name="T17" fmla="*/ 42 h 207"/>
                <a:gd name="T18" fmla="*/ 69 w 185"/>
                <a:gd name="T19" fmla="*/ 28 h 207"/>
                <a:gd name="T20" fmla="*/ 100 w 185"/>
                <a:gd name="T21" fmla="*/ 22 h 207"/>
                <a:gd name="T22" fmla="*/ 128 w 185"/>
                <a:gd name="T23" fmla="*/ 28 h 207"/>
                <a:gd name="T24" fmla="*/ 147 w 185"/>
                <a:gd name="T25" fmla="*/ 42 h 207"/>
                <a:gd name="T26" fmla="*/ 158 w 185"/>
                <a:gd name="T27" fmla="*/ 66 h 207"/>
                <a:gd name="T28" fmla="*/ 182 w 185"/>
                <a:gd name="T29" fmla="*/ 59 h 207"/>
                <a:gd name="T30" fmla="*/ 167 w 185"/>
                <a:gd name="T31" fmla="*/ 26 h 207"/>
                <a:gd name="T32" fmla="*/ 140 w 185"/>
                <a:gd name="T33" fmla="*/ 7 h 207"/>
                <a:gd name="T34" fmla="*/ 100 w 185"/>
                <a:gd name="T35" fmla="*/ 0 h 207"/>
                <a:gd name="T36" fmla="*/ 47 w 185"/>
                <a:gd name="T37" fmla="*/ 12 h 207"/>
                <a:gd name="T38" fmla="*/ 12 w 185"/>
                <a:gd name="T39" fmla="*/ 49 h 207"/>
                <a:gd name="T40" fmla="*/ 0 w 185"/>
                <a:gd name="T41" fmla="*/ 104 h 207"/>
                <a:gd name="T42" fmla="*/ 12 w 185"/>
                <a:gd name="T43" fmla="*/ 157 h 207"/>
                <a:gd name="T44" fmla="*/ 49 w 185"/>
                <a:gd name="T45" fmla="*/ 194 h 207"/>
                <a:gd name="T46" fmla="*/ 102 w 185"/>
                <a:gd name="T47" fmla="*/ 207 h 207"/>
                <a:gd name="T48" fmla="*/ 145 w 185"/>
                <a:gd name="T49" fmla="*/ 199 h 207"/>
                <a:gd name="T50" fmla="*/ 185 w 185"/>
                <a:gd name="T51" fmla="*/ 175 h 207"/>
                <a:gd name="T52" fmla="*/ 185 w 185"/>
                <a:gd name="T53" fmla="*/ 101 h 207"/>
                <a:gd name="T54" fmla="*/ 100 w 185"/>
                <a:gd name="T55" fmla="*/ 101 h 207"/>
                <a:gd name="T56" fmla="*/ 100 w 185"/>
                <a:gd name="T57" fmla="*/ 125 h 207"/>
                <a:gd name="T58" fmla="*/ 159 w 185"/>
                <a:gd name="T59" fmla="*/ 12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5" h="207">
                  <a:moveTo>
                    <a:pt x="159" y="125"/>
                  </a:moveTo>
                  <a:cubicBezTo>
                    <a:pt x="159" y="162"/>
                    <a:pt x="159" y="162"/>
                    <a:pt x="159" y="162"/>
                  </a:cubicBezTo>
                  <a:cubicBezTo>
                    <a:pt x="154" y="167"/>
                    <a:pt x="145" y="172"/>
                    <a:pt x="134" y="176"/>
                  </a:cubicBezTo>
                  <a:cubicBezTo>
                    <a:pt x="123" y="180"/>
                    <a:pt x="112" y="183"/>
                    <a:pt x="101" y="183"/>
                  </a:cubicBezTo>
                  <a:cubicBezTo>
                    <a:pt x="88" y="183"/>
                    <a:pt x="75" y="180"/>
                    <a:pt x="63" y="174"/>
                  </a:cubicBezTo>
                  <a:cubicBezTo>
                    <a:pt x="52" y="168"/>
                    <a:pt x="43" y="159"/>
                    <a:pt x="37" y="147"/>
                  </a:cubicBezTo>
                  <a:cubicBezTo>
                    <a:pt x="30" y="135"/>
                    <a:pt x="27" y="120"/>
                    <a:pt x="27" y="102"/>
                  </a:cubicBezTo>
                  <a:cubicBezTo>
                    <a:pt x="27" y="88"/>
                    <a:pt x="30" y="75"/>
                    <a:pt x="35" y="62"/>
                  </a:cubicBezTo>
                  <a:cubicBezTo>
                    <a:pt x="38" y="55"/>
                    <a:pt x="42" y="48"/>
                    <a:pt x="48" y="42"/>
                  </a:cubicBezTo>
                  <a:cubicBezTo>
                    <a:pt x="53" y="36"/>
                    <a:pt x="60" y="31"/>
                    <a:pt x="69" y="28"/>
                  </a:cubicBezTo>
                  <a:cubicBezTo>
                    <a:pt x="78" y="24"/>
                    <a:pt x="88" y="22"/>
                    <a:pt x="100" y="22"/>
                  </a:cubicBezTo>
                  <a:cubicBezTo>
                    <a:pt x="110" y="22"/>
                    <a:pt x="120" y="24"/>
                    <a:pt x="128" y="28"/>
                  </a:cubicBezTo>
                  <a:cubicBezTo>
                    <a:pt x="136" y="31"/>
                    <a:pt x="143" y="36"/>
                    <a:pt x="147" y="42"/>
                  </a:cubicBezTo>
                  <a:cubicBezTo>
                    <a:pt x="152" y="47"/>
                    <a:pt x="155" y="55"/>
                    <a:pt x="158" y="66"/>
                  </a:cubicBezTo>
                  <a:cubicBezTo>
                    <a:pt x="182" y="59"/>
                    <a:pt x="182" y="59"/>
                    <a:pt x="182" y="59"/>
                  </a:cubicBezTo>
                  <a:cubicBezTo>
                    <a:pt x="179" y="46"/>
                    <a:pt x="174" y="35"/>
                    <a:pt x="167" y="26"/>
                  </a:cubicBezTo>
                  <a:cubicBezTo>
                    <a:pt x="160" y="18"/>
                    <a:pt x="151" y="11"/>
                    <a:pt x="140" y="7"/>
                  </a:cubicBezTo>
                  <a:cubicBezTo>
                    <a:pt x="128" y="2"/>
                    <a:pt x="115" y="0"/>
                    <a:pt x="100" y="0"/>
                  </a:cubicBezTo>
                  <a:cubicBezTo>
                    <a:pt x="80" y="0"/>
                    <a:pt x="63" y="4"/>
                    <a:pt x="47" y="12"/>
                  </a:cubicBezTo>
                  <a:cubicBezTo>
                    <a:pt x="32" y="20"/>
                    <a:pt x="20" y="33"/>
                    <a:pt x="12" y="49"/>
                  </a:cubicBezTo>
                  <a:cubicBezTo>
                    <a:pt x="4" y="66"/>
                    <a:pt x="0" y="85"/>
                    <a:pt x="0" y="104"/>
                  </a:cubicBezTo>
                  <a:cubicBezTo>
                    <a:pt x="0" y="124"/>
                    <a:pt x="4" y="142"/>
                    <a:pt x="12" y="157"/>
                  </a:cubicBezTo>
                  <a:cubicBezTo>
                    <a:pt x="20" y="173"/>
                    <a:pt x="33" y="186"/>
                    <a:pt x="49" y="194"/>
                  </a:cubicBezTo>
                  <a:cubicBezTo>
                    <a:pt x="65" y="202"/>
                    <a:pt x="83" y="207"/>
                    <a:pt x="102" y="207"/>
                  </a:cubicBezTo>
                  <a:cubicBezTo>
                    <a:pt x="117" y="207"/>
                    <a:pt x="131" y="204"/>
                    <a:pt x="145" y="199"/>
                  </a:cubicBezTo>
                  <a:cubicBezTo>
                    <a:pt x="159" y="194"/>
                    <a:pt x="172" y="186"/>
                    <a:pt x="185" y="175"/>
                  </a:cubicBezTo>
                  <a:cubicBezTo>
                    <a:pt x="185" y="101"/>
                    <a:pt x="185" y="101"/>
                    <a:pt x="185" y="101"/>
                  </a:cubicBezTo>
                  <a:cubicBezTo>
                    <a:pt x="100" y="101"/>
                    <a:pt x="100" y="101"/>
                    <a:pt x="100" y="101"/>
                  </a:cubicBezTo>
                  <a:cubicBezTo>
                    <a:pt x="100" y="125"/>
                    <a:pt x="100" y="125"/>
                    <a:pt x="100" y="125"/>
                  </a:cubicBezTo>
                  <a:lnTo>
                    <a:pt x="159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0"/>
            <p:cNvSpPr>
              <a:spLocks noEditPoints="1"/>
            </p:cNvSpPr>
            <p:nvPr userDrawn="1"/>
          </p:nvSpPr>
          <p:spPr bwMode="black">
            <a:xfrm>
              <a:off x="6455" y="1920"/>
              <a:ext cx="416" cy="473"/>
            </a:xfrm>
            <a:custGeom>
              <a:avLst/>
              <a:gdLst>
                <a:gd name="T0" fmla="*/ 26 w 176"/>
                <a:gd name="T1" fmla="*/ 200 h 200"/>
                <a:gd name="T2" fmla="*/ 26 w 176"/>
                <a:gd name="T3" fmla="*/ 111 h 200"/>
                <a:gd name="T4" fmla="*/ 57 w 176"/>
                <a:gd name="T5" fmla="*/ 111 h 200"/>
                <a:gd name="T6" fmla="*/ 72 w 176"/>
                <a:gd name="T7" fmla="*/ 112 h 200"/>
                <a:gd name="T8" fmla="*/ 84 w 176"/>
                <a:gd name="T9" fmla="*/ 118 h 200"/>
                <a:gd name="T10" fmla="*/ 97 w 176"/>
                <a:gd name="T11" fmla="*/ 131 h 200"/>
                <a:gd name="T12" fmla="*/ 116 w 176"/>
                <a:gd name="T13" fmla="*/ 159 h 200"/>
                <a:gd name="T14" fmla="*/ 143 w 176"/>
                <a:gd name="T15" fmla="*/ 200 h 200"/>
                <a:gd name="T16" fmla="*/ 176 w 176"/>
                <a:gd name="T17" fmla="*/ 200 h 200"/>
                <a:gd name="T18" fmla="*/ 141 w 176"/>
                <a:gd name="T19" fmla="*/ 146 h 200"/>
                <a:gd name="T20" fmla="*/ 119 w 176"/>
                <a:gd name="T21" fmla="*/ 119 h 200"/>
                <a:gd name="T22" fmla="*/ 104 w 176"/>
                <a:gd name="T23" fmla="*/ 109 h 200"/>
                <a:gd name="T24" fmla="*/ 146 w 176"/>
                <a:gd name="T25" fmla="*/ 91 h 200"/>
                <a:gd name="T26" fmla="*/ 160 w 176"/>
                <a:gd name="T27" fmla="*/ 55 h 200"/>
                <a:gd name="T28" fmla="*/ 152 w 176"/>
                <a:gd name="T29" fmla="*/ 24 h 200"/>
                <a:gd name="T30" fmla="*/ 129 w 176"/>
                <a:gd name="T31" fmla="*/ 5 h 200"/>
                <a:gd name="T32" fmla="*/ 89 w 176"/>
                <a:gd name="T33" fmla="*/ 0 h 200"/>
                <a:gd name="T34" fmla="*/ 0 w 176"/>
                <a:gd name="T35" fmla="*/ 0 h 200"/>
                <a:gd name="T36" fmla="*/ 0 w 176"/>
                <a:gd name="T37" fmla="*/ 200 h 200"/>
                <a:gd name="T38" fmla="*/ 26 w 176"/>
                <a:gd name="T39" fmla="*/ 200 h 200"/>
                <a:gd name="T40" fmla="*/ 26 w 176"/>
                <a:gd name="T41" fmla="*/ 22 h 200"/>
                <a:gd name="T42" fmla="*/ 90 w 176"/>
                <a:gd name="T43" fmla="*/ 22 h 200"/>
                <a:gd name="T44" fmla="*/ 122 w 176"/>
                <a:gd name="T45" fmla="*/ 31 h 200"/>
                <a:gd name="T46" fmla="*/ 133 w 176"/>
                <a:gd name="T47" fmla="*/ 55 h 200"/>
                <a:gd name="T48" fmla="*/ 127 w 176"/>
                <a:gd name="T49" fmla="*/ 73 h 200"/>
                <a:gd name="T50" fmla="*/ 112 w 176"/>
                <a:gd name="T51" fmla="*/ 85 h 200"/>
                <a:gd name="T52" fmla="*/ 83 w 176"/>
                <a:gd name="T53" fmla="*/ 88 h 200"/>
                <a:gd name="T54" fmla="*/ 26 w 176"/>
                <a:gd name="T55" fmla="*/ 88 h 200"/>
                <a:gd name="T56" fmla="*/ 26 w 176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6" h="200">
                  <a:moveTo>
                    <a:pt x="26" y="200"/>
                  </a:moveTo>
                  <a:cubicBezTo>
                    <a:pt x="26" y="111"/>
                    <a:pt x="26" y="111"/>
                    <a:pt x="26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64" y="111"/>
                    <a:pt x="69" y="112"/>
                    <a:pt x="72" y="112"/>
                  </a:cubicBezTo>
                  <a:cubicBezTo>
                    <a:pt x="76" y="113"/>
                    <a:pt x="80" y="115"/>
                    <a:pt x="84" y="118"/>
                  </a:cubicBezTo>
                  <a:cubicBezTo>
                    <a:pt x="88" y="120"/>
                    <a:pt x="92" y="125"/>
                    <a:pt x="97" y="131"/>
                  </a:cubicBezTo>
                  <a:cubicBezTo>
                    <a:pt x="102" y="137"/>
                    <a:pt x="109" y="147"/>
                    <a:pt x="116" y="159"/>
                  </a:cubicBezTo>
                  <a:cubicBezTo>
                    <a:pt x="143" y="200"/>
                    <a:pt x="143" y="200"/>
                    <a:pt x="143" y="200"/>
                  </a:cubicBezTo>
                  <a:cubicBezTo>
                    <a:pt x="176" y="200"/>
                    <a:pt x="176" y="200"/>
                    <a:pt x="176" y="200"/>
                  </a:cubicBezTo>
                  <a:cubicBezTo>
                    <a:pt x="141" y="146"/>
                    <a:pt x="141" y="146"/>
                    <a:pt x="141" y="146"/>
                  </a:cubicBezTo>
                  <a:cubicBezTo>
                    <a:pt x="135" y="135"/>
                    <a:pt x="127" y="126"/>
                    <a:pt x="119" y="119"/>
                  </a:cubicBezTo>
                  <a:cubicBezTo>
                    <a:pt x="116" y="116"/>
                    <a:pt x="111" y="112"/>
                    <a:pt x="104" y="109"/>
                  </a:cubicBezTo>
                  <a:cubicBezTo>
                    <a:pt x="123" y="106"/>
                    <a:pt x="137" y="100"/>
                    <a:pt x="146" y="91"/>
                  </a:cubicBezTo>
                  <a:cubicBezTo>
                    <a:pt x="155" y="81"/>
                    <a:pt x="160" y="69"/>
                    <a:pt x="160" y="55"/>
                  </a:cubicBezTo>
                  <a:cubicBezTo>
                    <a:pt x="160" y="44"/>
                    <a:pt x="157" y="34"/>
                    <a:pt x="152" y="24"/>
                  </a:cubicBezTo>
                  <a:cubicBezTo>
                    <a:pt x="146" y="15"/>
                    <a:pt x="139" y="9"/>
                    <a:pt x="129" y="5"/>
                  </a:cubicBezTo>
                  <a:cubicBezTo>
                    <a:pt x="120" y="2"/>
                    <a:pt x="106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  <a:moveTo>
                    <a:pt x="26" y="22"/>
                  </a:moveTo>
                  <a:cubicBezTo>
                    <a:pt x="90" y="22"/>
                    <a:pt x="90" y="22"/>
                    <a:pt x="90" y="22"/>
                  </a:cubicBezTo>
                  <a:cubicBezTo>
                    <a:pt x="105" y="22"/>
                    <a:pt x="115" y="25"/>
                    <a:pt x="122" y="31"/>
                  </a:cubicBezTo>
                  <a:cubicBezTo>
                    <a:pt x="129" y="37"/>
                    <a:pt x="133" y="45"/>
                    <a:pt x="133" y="55"/>
                  </a:cubicBezTo>
                  <a:cubicBezTo>
                    <a:pt x="133" y="61"/>
                    <a:pt x="131" y="67"/>
                    <a:pt x="127" y="73"/>
                  </a:cubicBezTo>
                  <a:cubicBezTo>
                    <a:pt x="124" y="78"/>
                    <a:pt x="119" y="82"/>
                    <a:pt x="112" y="85"/>
                  </a:cubicBezTo>
                  <a:cubicBezTo>
                    <a:pt x="105" y="87"/>
                    <a:pt x="95" y="88"/>
                    <a:pt x="83" y="88"/>
                  </a:cubicBezTo>
                  <a:cubicBezTo>
                    <a:pt x="26" y="88"/>
                    <a:pt x="26" y="88"/>
                    <a:pt x="26" y="88"/>
                  </a:cubicBezTo>
                  <a:lnTo>
                    <a:pt x="26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1"/>
            <p:cNvSpPr>
              <a:spLocks noEditPoints="1"/>
            </p:cNvSpPr>
            <p:nvPr userDrawn="1"/>
          </p:nvSpPr>
          <p:spPr bwMode="black">
            <a:xfrm>
              <a:off x="6873" y="1920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3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79 w 187"/>
                <a:gd name="T19" fmla="*/ 59 h 200"/>
                <a:gd name="T20" fmla="*/ 90 w 187"/>
                <a:gd name="T21" fmla="*/ 21 h 200"/>
                <a:gd name="T22" fmla="*/ 104 w 187"/>
                <a:gd name="T23" fmla="*/ 63 h 200"/>
                <a:gd name="T24" fmla="*/ 125 w 187"/>
                <a:gd name="T25" fmla="*/ 118 h 200"/>
                <a:gd name="T26" fmla="*/ 57 w 187"/>
                <a:gd name="T27" fmla="*/ 118 h 200"/>
                <a:gd name="T28" fmla="*/ 79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3" y="140"/>
                    <a:pt x="133" y="140"/>
                    <a:pt x="133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79" y="59"/>
                  </a:moveTo>
                  <a:cubicBezTo>
                    <a:pt x="84" y="47"/>
                    <a:pt x="88" y="34"/>
                    <a:pt x="90" y="21"/>
                  </a:cubicBezTo>
                  <a:cubicBezTo>
                    <a:pt x="93" y="32"/>
                    <a:pt x="98" y="46"/>
                    <a:pt x="104" y="63"/>
                  </a:cubicBezTo>
                  <a:cubicBezTo>
                    <a:pt x="125" y="118"/>
                    <a:pt x="125" y="118"/>
                    <a:pt x="125" y="118"/>
                  </a:cubicBezTo>
                  <a:cubicBezTo>
                    <a:pt x="57" y="118"/>
                    <a:pt x="57" y="118"/>
                    <a:pt x="57" y="118"/>
                  </a:cubicBezTo>
                  <a:lnTo>
                    <a:pt x="79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2"/>
            <p:cNvSpPr>
              <a:spLocks/>
            </p:cNvSpPr>
            <p:nvPr userDrawn="1"/>
          </p:nvSpPr>
          <p:spPr bwMode="black">
            <a:xfrm>
              <a:off x="7320" y="1920"/>
              <a:ext cx="376" cy="473"/>
            </a:xfrm>
            <a:custGeom>
              <a:avLst/>
              <a:gdLst>
                <a:gd name="T0" fmla="*/ 159 w 159"/>
                <a:gd name="T1" fmla="*/ 200 h 200"/>
                <a:gd name="T2" fmla="*/ 159 w 159"/>
                <a:gd name="T3" fmla="*/ 177 h 200"/>
                <a:gd name="T4" fmla="*/ 31 w 159"/>
                <a:gd name="T5" fmla="*/ 177 h 200"/>
                <a:gd name="T6" fmla="*/ 43 w 159"/>
                <a:gd name="T7" fmla="*/ 162 h 200"/>
                <a:gd name="T8" fmla="*/ 155 w 159"/>
                <a:gd name="T9" fmla="*/ 24 h 200"/>
                <a:gd name="T10" fmla="*/ 155 w 159"/>
                <a:gd name="T11" fmla="*/ 0 h 200"/>
                <a:gd name="T12" fmla="*/ 12 w 159"/>
                <a:gd name="T13" fmla="*/ 0 h 200"/>
                <a:gd name="T14" fmla="*/ 12 w 159"/>
                <a:gd name="T15" fmla="*/ 24 h 200"/>
                <a:gd name="T16" fmla="*/ 124 w 159"/>
                <a:gd name="T17" fmla="*/ 24 h 200"/>
                <a:gd name="T18" fmla="*/ 103 w 159"/>
                <a:gd name="T19" fmla="*/ 47 h 200"/>
                <a:gd name="T20" fmla="*/ 0 w 159"/>
                <a:gd name="T21" fmla="*/ 176 h 200"/>
                <a:gd name="T22" fmla="*/ 0 w 159"/>
                <a:gd name="T23" fmla="*/ 200 h 200"/>
                <a:gd name="T24" fmla="*/ 159 w 159"/>
                <a:gd name="T25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9" h="200">
                  <a:moveTo>
                    <a:pt x="159" y="200"/>
                  </a:moveTo>
                  <a:cubicBezTo>
                    <a:pt x="159" y="177"/>
                    <a:pt x="159" y="177"/>
                    <a:pt x="159" y="177"/>
                  </a:cubicBezTo>
                  <a:cubicBezTo>
                    <a:pt x="31" y="177"/>
                    <a:pt x="31" y="177"/>
                    <a:pt x="31" y="177"/>
                  </a:cubicBezTo>
                  <a:cubicBezTo>
                    <a:pt x="43" y="162"/>
                    <a:pt x="43" y="162"/>
                    <a:pt x="43" y="162"/>
                  </a:cubicBezTo>
                  <a:cubicBezTo>
                    <a:pt x="155" y="24"/>
                    <a:pt x="155" y="24"/>
                    <a:pt x="155" y="24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17" y="30"/>
                    <a:pt x="110" y="38"/>
                    <a:pt x="103" y="47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159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Rectangle 43"/>
            <p:cNvSpPr>
              <a:spLocks noChangeArrowheads="1"/>
            </p:cNvSpPr>
            <p:nvPr userDrawn="1"/>
          </p:nvSpPr>
          <p:spPr bwMode="black">
            <a:xfrm>
              <a:off x="7766" y="1920"/>
              <a:ext cx="62" cy="4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44"/>
            <p:cNvSpPr>
              <a:spLocks noEditPoints="1"/>
            </p:cNvSpPr>
            <p:nvPr userDrawn="1"/>
          </p:nvSpPr>
          <p:spPr bwMode="black">
            <a:xfrm>
              <a:off x="7880" y="1920"/>
              <a:ext cx="444" cy="473"/>
            </a:xfrm>
            <a:custGeom>
              <a:avLst/>
              <a:gdLst>
                <a:gd name="T0" fmla="*/ 28 w 188"/>
                <a:gd name="T1" fmla="*/ 200 h 200"/>
                <a:gd name="T2" fmla="*/ 50 w 188"/>
                <a:gd name="T3" fmla="*/ 140 h 200"/>
                <a:gd name="T4" fmla="*/ 134 w 188"/>
                <a:gd name="T5" fmla="*/ 140 h 200"/>
                <a:gd name="T6" fmla="*/ 157 w 188"/>
                <a:gd name="T7" fmla="*/ 200 h 200"/>
                <a:gd name="T8" fmla="*/ 188 w 188"/>
                <a:gd name="T9" fmla="*/ 200 h 200"/>
                <a:gd name="T10" fmla="*/ 106 w 188"/>
                <a:gd name="T11" fmla="*/ 0 h 200"/>
                <a:gd name="T12" fmla="*/ 77 w 188"/>
                <a:gd name="T13" fmla="*/ 0 h 200"/>
                <a:gd name="T14" fmla="*/ 0 w 188"/>
                <a:gd name="T15" fmla="*/ 200 h 200"/>
                <a:gd name="T16" fmla="*/ 28 w 188"/>
                <a:gd name="T17" fmla="*/ 200 h 200"/>
                <a:gd name="T18" fmla="*/ 80 w 188"/>
                <a:gd name="T19" fmla="*/ 59 h 200"/>
                <a:gd name="T20" fmla="*/ 91 w 188"/>
                <a:gd name="T21" fmla="*/ 21 h 200"/>
                <a:gd name="T22" fmla="*/ 105 w 188"/>
                <a:gd name="T23" fmla="*/ 63 h 200"/>
                <a:gd name="T24" fmla="*/ 126 w 188"/>
                <a:gd name="T25" fmla="*/ 118 h 200"/>
                <a:gd name="T26" fmla="*/ 58 w 188"/>
                <a:gd name="T27" fmla="*/ 118 h 200"/>
                <a:gd name="T28" fmla="*/ 80 w 188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8" y="200"/>
                    <a:pt x="188" y="200"/>
                    <a:pt x="188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5" y="47"/>
                    <a:pt x="88" y="34"/>
                    <a:pt x="91" y="21"/>
                  </a:cubicBezTo>
                  <a:cubicBezTo>
                    <a:pt x="94" y="32"/>
                    <a:pt x="99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45"/>
            <p:cNvSpPr>
              <a:spLocks/>
            </p:cNvSpPr>
            <p:nvPr userDrawn="1"/>
          </p:nvSpPr>
          <p:spPr bwMode="black">
            <a:xfrm>
              <a:off x="8346" y="1913"/>
              <a:ext cx="375" cy="490"/>
            </a:xfrm>
            <a:custGeom>
              <a:avLst/>
              <a:gdLst>
                <a:gd name="T0" fmla="*/ 11 w 159"/>
                <a:gd name="T1" fmla="*/ 175 h 207"/>
                <a:gd name="T2" fmla="*/ 40 w 159"/>
                <a:gd name="T3" fmla="*/ 199 h 207"/>
                <a:gd name="T4" fmla="*/ 85 w 159"/>
                <a:gd name="T5" fmla="*/ 207 h 207"/>
                <a:gd name="T6" fmla="*/ 124 w 159"/>
                <a:gd name="T7" fmla="*/ 199 h 207"/>
                <a:gd name="T8" fmla="*/ 150 w 159"/>
                <a:gd name="T9" fmla="*/ 177 h 207"/>
                <a:gd name="T10" fmla="*/ 159 w 159"/>
                <a:gd name="T11" fmla="*/ 147 h 207"/>
                <a:gd name="T12" fmla="*/ 151 w 159"/>
                <a:gd name="T13" fmla="*/ 118 h 207"/>
                <a:gd name="T14" fmla="*/ 125 w 159"/>
                <a:gd name="T15" fmla="*/ 98 h 207"/>
                <a:gd name="T16" fmla="*/ 81 w 159"/>
                <a:gd name="T17" fmla="*/ 85 h 207"/>
                <a:gd name="T18" fmla="*/ 41 w 159"/>
                <a:gd name="T19" fmla="*/ 71 h 207"/>
                <a:gd name="T20" fmla="*/ 33 w 159"/>
                <a:gd name="T21" fmla="*/ 53 h 207"/>
                <a:gd name="T22" fmla="*/ 44 w 159"/>
                <a:gd name="T23" fmla="*/ 32 h 207"/>
                <a:gd name="T24" fmla="*/ 79 w 159"/>
                <a:gd name="T25" fmla="*/ 23 h 207"/>
                <a:gd name="T26" fmla="*/ 114 w 159"/>
                <a:gd name="T27" fmla="*/ 33 h 207"/>
                <a:gd name="T28" fmla="*/ 128 w 159"/>
                <a:gd name="T29" fmla="*/ 61 h 207"/>
                <a:gd name="T30" fmla="*/ 153 w 159"/>
                <a:gd name="T31" fmla="*/ 59 h 207"/>
                <a:gd name="T32" fmla="*/ 144 w 159"/>
                <a:gd name="T33" fmla="*/ 28 h 207"/>
                <a:gd name="T34" fmla="*/ 117 w 159"/>
                <a:gd name="T35" fmla="*/ 7 h 207"/>
                <a:gd name="T36" fmla="*/ 78 w 159"/>
                <a:gd name="T37" fmla="*/ 0 h 207"/>
                <a:gd name="T38" fmla="*/ 41 w 159"/>
                <a:gd name="T39" fmla="*/ 6 h 207"/>
                <a:gd name="T40" fmla="*/ 16 w 159"/>
                <a:gd name="T41" fmla="*/ 26 h 207"/>
                <a:gd name="T42" fmla="*/ 8 w 159"/>
                <a:gd name="T43" fmla="*/ 55 h 207"/>
                <a:gd name="T44" fmla="*/ 15 w 159"/>
                <a:gd name="T45" fmla="*/ 80 h 207"/>
                <a:gd name="T46" fmla="*/ 36 w 159"/>
                <a:gd name="T47" fmla="*/ 98 h 207"/>
                <a:gd name="T48" fmla="*/ 75 w 159"/>
                <a:gd name="T49" fmla="*/ 111 h 207"/>
                <a:gd name="T50" fmla="*/ 110 w 159"/>
                <a:gd name="T51" fmla="*/ 121 h 207"/>
                <a:gd name="T52" fmla="*/ 128 w 159"/>
                <a:gd name="T53" fmla="*/ 132 h 207"/>
                <a:gd name="T54" fmla="*/ 134 w 159"/>
                <a:gd name="T55" fmla="*/ 149 h 207"/>
                <a:gd name="T56" fmla="*/ 128 w 159"/>
                <a:gd name="T57" fmla="*/ 166 h 207"/>
                <a:gd name="T58" fmla="*/ 111 w 159"/>
                <a:gd name="T59" fmla="*/ 178 h 207"/>
                <a:gd name="T60" fmla="*/ 84 w 159"/>
                <a:gd name="T61" fmla="*/ 183 h 207"/>
                <a:gd name="T62" fmla="*/ 53 w 159"/>
                <a:gd name="T63" fmla="*/ 177 h 207"/>
                <a:gd name="T64" fmla="*/ 33 w 159"/>
                <a:gd name="T65" fmla="*/ 161 h 207"/>
                <a:gd name="T66" fmla="*/ 25 w 159"/>
                <a:gd name="T67" fmla="*/ 137 h 207"/>
                <a:gd name="T68" fmla="*/ 0 w 159"/>
                <a:gd name="T69" fmla="*/ 139 h 207"/>
                <a:gd name="T70" fmla="*/ 11 w 159"/>
                <a:gd name="T71" fmla="*/ 17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9" h="207">
                  <a:moveTo>
                    <a:pt x="11" y="175"/>
                  </a:moveTo>
                  <a:cubicBezTo>
                    <a:pt x="18" y="185"/>
                    <a:pt x="28" y="193"/>
                    <a:pt x="40" y="199"/>
                  </a:cubicBezTo>
                  <a:cubicBezTo>
                    <a:pt x="52" y="204"/>
                    <a:pt x="67" y="207"/>
                    <a:pt x="85" y="207"/>
                  </a:cubicBezTo>
                  <a:cubicBezTo>
                    <a:pt x="100" y="207"/>
                    <a:pt x="113" y="204"/>
                    <a:pt x="124" y="199"/>
                  </a:cubicBezTo>
                  <a:cubicBezTo>
                    <a:pt x="135" y="194"/>
                    <a:pt x="144" y="186"/>
                    <a:pt x="150" y="177"/>
                  </a:cubicBezTo>
                  <a:cubicBezTo>
                    <a:pt x="156" y="167"/>
                    <a:pt x="159" y="157"/>
                    <a:pt x="159" y="147"/>
                  </a:cubicBezTo>
                  <a:cubicBezTo>
                    <a:pt x="159" y="136"/>
                    <a:pt x="157" y="126"/>
                    <a:pt x="151" y="118"/>
                  </a:cubicBezTo>
                  <a:cubicBezTo>
                    <a:pt x="146" y="110"/>
                    <a:pt x="137" y="103"/>
                    <a:pt x="125" y="98"/>
                  </a:cubicBezTo>
                  <a:cubicBezTo>
                    <a:pt x="117" y="94"/>
                    <a:pt x="102" y="90"/>
                    <a:pt x="81" y="85"/>
                  </a:cubicBezTo>
                  <a:cubicBezTo>
                    <a:pt x="59" y="80"/>
                    <a:pt x="46" y="75"/>
                    <a:pt x="41" y="71"/>
                  </a:cubicBezTo>
                  <a:cubicBezTo>
                    <a:pt x="36" y="66"/>
                    <a:pt x="33" y="60"/>
                    <a:pt x="33" y="53"/>
                  </a:cubicBezTo>
                  <a:cubicBezTo>
                    <a:pt x="33" y="45"/>
                    <a:pt x="37" y="38"/>
                    <a:pt x="44" y="32"/>
                  </a:cubicBezTo>
                  <a:cubicBezTo>
                    <a:pt x="52" y="26"/>
                    <a:pt x="63" y="23"/>
                    <a:pt x="79" y="23"/>
                  </a:cubicBezTo>
                  <a:cubicBezTo>
                    <a:pt x="95" y="23"/>
                    <a:pt x="106" y="26"/>
                    <a:pt x="114" y="33"/>
                  </a:cubicBezTo>
                  <a:cubicBezTo>
                    <a:pt x="122" y="39"/>
                    <a:pt x="127" y="49"/>
                    <a:pt x="128" y="61"/>
                  </a:cubicBezTo>
                  <a:cubicBezTo>
                    <a:pt x="153" y="59"/>
                    <a:pt x="153" y="59"/>
                    <a:pt x="153" y="59"/>
                  </a:cubicBezTo>
                  <a:cubicBezTo>
                    <a:pt x="153" y="48"/>
                    <a:pt x="150" y="37"/>
                    <a:pt x="144" y="28"/>
                  </a:cubicBezTo>
                  <a:cubicBezTo>
                    <a:pt x="137" y="19"/>
                    <a:pt x="129" y="12"/>
                    <a:pt x="117" y="7"/>
                  </a:cubicBezTo>
                  <a:cubicBezTo>
                    <a:pt x="106" y="2"/>
                    <a:pt x="93" y="0"/>
                    <a:pt x="78" y="0"/>
                  </a:cubicBezTo>
                  <a:cubicBezTo>
                    <a:pt x="65" y="0"/>
                    <a:pt x="52" y="2"/>
                    <a:pt x="41" y="6"/>
                  </a:cubicBezTo>
                  <a:cubicBezTo>
                    <a:pt x="30" y="11"/>
                    <a:pt x="22" y="18"/>
                    <a:pt x="16" y="26"/>
                  </a:cubicBezTo>
                  <a:cubicBezTo>
                    <a:pt x="11" y="35"/>
                    <a:pt x="8" y="45"/>
                    <a:pt x="8" y="55"/>
                  </a:cubicBezTo>
                  <a:cubicBezTo>
                    <a:pt x="8" y="64"/>
                    <a:pt x="10" y="72"/>
                    <a:pt x="15" y="80"/>
                  </a:cubicBezTo>
                  <a:cubicBezTo>
                    <a:pt x="19" y="87"/>
                    <a:pt x="27" y="93"/>
                    <a:pt x="36" y="98"/>
                  </a:cubicBezTo>
                  <a:cubicBezTo>
                    <a:pt x="43" y="102"/>
                    <a:pt x="56" y="106"/>
                    <a:pt x="75" y="111"/>
                  </a:cubicBezTo>
                  <a:cubicBezTo>
                    <a:pt x="93" y="115"/>
                    <a:pt x="105" y="118"/>
                    <a:pt x="110" y="121"/>
                  </a:cubicBezTo>
                  <a:cubicBezTo>
                    <a:pt x="119" y="124"/>
                    <a:pt x="125" y="128"/>
                    <a:pt x="128" y="132"/>
                  </a:cubicBezTo>
                  <a:cubicBezTo>
                    <a:pt x="132" y="137"/>
                    <a:pt x="134" y="143"/>
                    <a:pt x="134" y="149"/>
                  </a:cubicBezTo>
                  <a:cubicBezTo>
                    <a:pt x="134" y="155"/>
                    <a:pt x="132" y="161"/>
                    <a:pt x="128" y="166"/>
                  </a:cubicBezTo>
                  <a:cubicBezTo>
                    <a:pt x="124" y="171"/>
                    <a:pt x="119" y="175"/>
                    <a:pt x="111" y="178"/>
                  </a:cubicBezTo>
                  <a:cubicBezTo>
                    <a:pt x="103" y="181"/>
                    <a:pt x="94" y="183"/>
                    <a:pt x="84" y="183"/>
                  </a:cubicBezTo>
                  <a:cubicBezTo>
                    <a:pt x="73" y="183"/>
                    <a:pt x="63" y="181"/>
                    <a:pt x="53" y="177"/>
                  </a:cubicBezTo>
                  <a:cubicBezTo>
                    <a:pt x="44" y="173"/>
                    <a:pt x="38" y="168"/>
                    <a:pt x="33" y="161"/>
                  </a:cubicBezTo>
                  <a:cubicBezTo>
                    <a:pt x="29" y="155"/>
                    <a:pt x="26" y="147"/>
                    <a:pt x="25" y="137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52"/>
                    <a:pt x="4" y="164"/>
                    <a:pt x="11" y="1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46"/>
            <p:cNvSpPr>
              <a:spLocks noEditPoints="1"/>
            </p:cNvSpPr>
            <p:nvPr userDrawn="1"/>
          </p:nvSpPr>
          <p:spPr bwMode="black">
            <a:xfrm>
              <a:off x="6495" y="2902"/>
              <a:ext cx="392" cy="473"/>
            </a:xfrm>
            <a:custGeom>
              <a:avLst/>
              <a:gdLst>
                <a:gd name="T0" fmla="*/ 72 w 166"/>
                <a:gd name="T1" fmla="*/ 200 h 200"/>
                <a:gd name="T2" fmla="*/ 105 w 166"/>
                <a:gd name="T3" fmla="*/ 196 h 200"/>
                <a:gd name="T4" fmla="*/ 129 w 166"/>
                <a:gd name="T5" fmla="*/ 186 h 200"/>
                <a:gd name="T6" fmla="*/ 147 w 166"/>
                <a:gd name="T7" fmla="*/ 168 h 200"/>
                <a:gd name="T8" fmla="*/ 160 w 166"/>
                <a:gd name="T9" fmla="*/ 139 h 200"/>
                <a:gd name="T10" fmla="*/ 166 w 166"/>
                <a:gd name="T11" fmla="*/ 99 h 200"/>
                <a:gd name="T12" fmla="*/ 158 w 166"/>
                <a:gd name="T13" fmla="*/ 51 h 200"/>
                <a:gd name="T14" fmla="*/ 134 w 166"/>
                <a:gd name="T15" fmla="*/ 17 h 200"/>
                <a:gd name="T16" fmla="*/ 105 w 166"/>
                <a:gd name="T17" fmla="*/ 3 h 200"/>
                <a:gd name="T18" fmla="*/ 69 w 166"/>
                <a:gd name="T19" fmla="*/ 0 h 200"/>
                <a:gd name="T20" fmla="*/ 0 w 166"/>
                <a:gd name="T21" fmla="*/ 0 h 200"/>
                <a:gd name="T22" fmla="*/ 0 w 166"/>
                <a:gd name="T23" fmla="*/ 200 h 200"/>
                <a:gd name="T24" fmla="*/ 72 w 166"/>
                <a:gd name="T25" fmla="*/ 200 h 200"/>
                <a:gd name="T26" fmla="*/ 27 w 166"/>
                <a:gd name="T27" fmla="*/ 23 h 200"/>
                <a:gd name="T28" fmla="*/ 69 w 166"/>
                <a:gd name="T29" fmla="*/ 23 h 200"/>
                <a:gd name="T30" fmla="*/ 103 w 166"/>
                <a:gd name="T31" fmla="*/ 27 h 200"/>
                <a:gd name="T32" fmla="*/ 128 w 166"/>
                <a:gd name="T33" fmla="*/ 50 h 200"/>
                <a:gd name="T34" fmla="*/ 138 w 166"/>
                <a:gd name="T35" fmla="*/ 98 h 200"/>
                <a:gd name="T36" fmla="*/ 133 w 166"/>
                <a:gd name="T37" fmla="*/ 137 h 200"/>
                <a:gd name="T38" fmla="*/ 119 w 166"/>
                <a:gd name="T39" fmla="*/ 162 h 200"/>
                <a:gd name="T40" fmla="*/ 101 w 166"/>
                <a:gd name="T41" fmla="*/ 173 h 200"/>
                <a:gd name="T42" fmla="*/ 69 w 166"/>
                <a:gd name="T43" fmla="*/ 176 h 200"/>
                <a:gd name="T44" fmla="*/ 27 w 166"/>
                <a:gd name="T45" fmla="*/ 176 h 200"/>
                <a:gd name="T46" fmla="*/ 27 w 166"/>
                <a:gd name="T47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200">
                  <a:moveTo>
                    <a:pt x="72" y="200"/>
                  </a:moveTo>
                  <a:cubicBezTo>
                    <a:pt x="85" y="200"/>
                    <a:pt x="95" y="199"/>
                    <a:pt x="105" y="196"/>
                  </a:cubicBezTo>
                  <a:cubicBezTo>
                    <a:pt x="114" y="194"/>
                    <a:pt x="122" y="191"/>
                    <a:pt x="129" y="186"/>
                  </a:cubicBezTo>
                  <a:cubicBezTo>
                    <a:pt x="135" y="182"/>
                    <a:pt x="141" y="176"/>
                    <a:pt x="147" y="168"/>
                  </a:cubicBezTo>
                  <a:cubicBezTo>
                    <a:pt x="152" y="161"/>
                    <a:pt x="157" y="151"/>
                    <a:pt x="160" y="139"/>
                  </a:cubicBezTo>
                  <a:cubicBezTo>
                    <a:pt x="164" y="127"/>
                    <a:pt x="166" y="114"/>
                    <a:pt x="166" y="99"/>
                  </a:cubicBezTo>
                  <a:cubicBezTo>
                    <a:pt x="166" y="81"/>
                    <a:pt x="163" y="65"/>
                    <a:pt x="158" y="51"/>
                  </a:cubicBezTo>
                  <a:cubicBezTo>
                    <a:pt x="153" y="37"/>
                    <a:pt x="145" y="26"/>
                    <a:pt x="134" y="17"/>
                  </a:cubicBezTo>
                  <a:cubicBezTo>
                    <a:pt x="126" y="10"/>
                    <a:pt x="116" y="5"/>
                    <a:pt x="105" y="3"/>
                  </a:cubicBezTo>
                  <a:cubicBezTo>
                    <a:pt x="97" y="1"/>
                    <a:pt x="85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2" y="200"/>
                  </a:lnTo>
                  <a:close/>
                  <a:moveTo>
                    <a:pt x="27" y="23"/>
                  </a:moveTo>
                  <a:cubicBezTo>
                    <a:pt x="69" y="23"/>
                    <a:pt x="69" y="23"/>
                    <a:pt x="69" y="23"/>
                  </a:cubicBezTo>
                  <a:cubicBezTo>
                    <a:pt x="85" y="23"/>
                    <a:pt x="96" y="25"/>
                    <a:pt x="103" y="27"/>
                  </a:cubicBezTo>
                  <a:cubicBezTo>
                    <a:pt x="113" y="31"/>
                    <a:pt x="121" y="39"/>
                    <a:pt x="128" y="50"/>
                  </a:cubicBezTo>
                  <a:cubicBezTo>
                    <a:pt x="135" y="61"/>
                    <a:pt x="138" y="77"/>
                    <a:pt x="138" y="98"/>
                  </a:cubicBezTo>
                  <a:cubicBezTo>
                    <a:pt x="138" y="113"/>
                    <a:pt x="137" y="126"/>
                    <a:pt x="133" y="137"/>
                  </a:cubicBezTo>
                  <a:cubicBezTo>
                    <a:pt x="130" y="147"/>
                    <a:pt x="125" y="156"/>
                    <a:pt x="119" y="162"/>
                  </a:cubicBezTo>
                  <a:cubicBezTo>
                    <a:pt x="114" y="167"/>
                    <a:pt x="108" y="170"/>
                    <a:pt x="101" y="173"/>
                  </a:cubicBezTo>
                  <a:cubicBezTo>
                    <a:pt x="93" y="175"/>
                    <a:pt x="83" y="176"/>
                    <a:pt x="69" y="176"/>
                  </a:cubicBezTo>
                  <a:cubicBezTo>
                    <a:pt x="27" y="176"/>
                    <a:pt x="27" y="176"/>
                    <a:pt x="27" y="176"/>
                  </a:cubicBezTo>
                  <a:lnTo>
                    <a:pt x="27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47"/>
            <p:cNvSpPr>
              <a:spLocks noEditPoints="1"/>
            </p:cNvSpPr>
            <p:nvPr userDrawn="1"/>
          </p:nvSpPr>
          <p:spPr bwMode="black">
            <a:xfrm>
              <a:off x="6913" y="2902"/>
              <a:ext cx="444" cy="473"/>
            </a:xfrm>
            <a:custGeom>
              <a:avLst/>
              <a:gdLst>
                <a:gd name="T0" fmla="*/ 29 w 188"/>
                <a:gd name="T1" fmla="*/ 200 h 200"/>
                <a:gd name="T2" fmla="*/ 51 w 188"/>
                <a:gd name="T3" fmla="*/ 139 h 200"/>
                <a:gd name="T4" fmla="*/ 134 w 188"/>
                <a:gd name="T5" fmla="*/ 139 h 200"/>
                <a:gd name="T6" fmla="*/ 158 w 188"/>
                <a:gd name="T7" fmla="*/ 200 h 200"/>
                <a:gd name="T8" fmla="*/ 188 w 188"/>
                <a:gd name="T9" fmla="*/ 200 h 200"/>
                <a:gd name="T10" fmla="*/ 106 w 188"/>
                <a:gd name="T11" fmla="*/ 0 h 200"/>
                <a:gd name="T12" fmla="*/ 77 w 188"/>
                <a:gd name="T13" fmla="*/ 0 h 200"/>
                <a:gd name="T14" fmla="*/ 0 w 188"/>
                <a:gd name="T15" fmla="*/ 200 h 200"/>
                <a:gd name="T16" fmla="*/ 29 w 188"/>
                <a:gd name="T17" fmla="*/ 200 h 200"/>
                <a:gd name="T18" fmla="*/ 80 w 188"/>
                <a:gd name="T19" fmla="*/ 59 h 200"/>
                <a:gd name="T20" fmla="*/ 91 w 188"/>
                <a:gd name="T21" fmla="*/ 21 h 200"/>
                <a:gd name="T22" fmla="*/ 105 w 188"/>
                <a:gd name="T23" fmla="*/ 62 h 200"/>
                <a:gd name="T24" fmla="*/ 126 w 188"/>
                <a:gd name="T25" fmla="*/ 118 h 200"/>
                <a:gd name="T26" fmla="*/ 58 w 188"/>
                <a:gd name="T27" fmla="*/ 118 h 200"/>
                <a:gd name="T28" fmla="*/ 80 w 188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200">
                  <a:moveTo>
                    <a:pt x="29" y="200"/>
                  </a:moveTo>
                  <a:cubicBezTo>
                    <a:pt x="51" y="139"/>
                    <a:pt x="51" y="139"/>
                    <a:pt x="51" y="139"/>
                  </a:cubicBezTo>
                  <a:cubicBezTo>
                    <a:pt x="134" y="139"/>
                    <a:pt x="134" y="139"/>
                    <a:pt x="134" y="139"/>
                  </a:cubicBezTo>
                  <a:cubicBezTo>
                    <a:pt x="158" y="200"/>
                    <a:pt x="158" y="200"/>
                    <a:pt x="158" y="200"/>
                  </a:cubicBezTo>
                  <a:cubicBezTo>
                    <a:pt x="188" y="200"/>
                    <a:pt x="188" y="200"/>
                    <a:pt x="188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9" y="200"/>
                  </a:lnTo>
                  <a:close/>
                  <a:moveTo>
                    <a:pt x="80" y="59"/>
                  </a:moveTo>
                  <a:cubicBezTo>
                    <a:pt x="85" y="46"/>
                    <a:pt x="88" y="34"/>
                    <a:pt x="91" y="21"/>
                  </a:cubicBezTo>
                  <a:cubicBezTo>
                    <a:pt x="94" y="32"/>
                    <a:pt x="99" y="45"/>
                    <a:pt x="105" y="62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48"/>
            <p:cNvSpPr>
              <a:spLocks/>
            </p:cNvSpPr>
            <p:nvPr userDrawn="1"/>
          </p:nvSpPr>
          <p:spPr bwMode="black">
            <a:xfrm>
              <a:off x="7400" y="2902"/>
              <a:ext cx="374" cy="473"/>
            </a:xfrm>
            <a:custGeom>
              <a:avLst/>
              <a:gdLst>
                <a:gd name="T0" fmla="*/ 59 w 374"/>
                <a:gd name="T1" fmla="*/ 473 h 473"/>
                <a:gd name="T2" fmla="*/ 59 w 374"/>
                <a:gd name="T3" fmla="*/ 102 h 473"/>
                <a:gd name="T4" fmla="*/ 307 w 374"/>
                <a:gd name="T5" fmla="*/ 473 h 473"/>
                <a:gd name="T6" fmla="*/ 374 w 374"/>
                <a:gd name="T7" fmla="*/ 473 h 473"/>
                <a:gd name="T8" fmla="*/ 374 w 374"/>
                <a:gd name="T9" fmla="*/ 0 h 473"/>
                <a:gd name="T10" fmla="*/ 312 w 374"/>
                <a:gd name="T11" fmla="*/ 0 h 473"/>
                <a:gd name="T12" fmla="*/ 312 w 374"/>
                <a:gd name="T13" fmla="*/ 371 h 473"/>
                <a:gd name="T14" fmla="*/ 64 w 374"/>
                <a:gd name="T15" fmla="*/ 0 h 473"/>
                <a:gd name="T16" fmla="*/ 0 w 374"/>
                <a:gd name="T17" fmla="*/ 0 h 473"/>
                <a:gd name="T18" fmla="*/ 0 w 374"/>
                <a:gd name="T19" fmla="*/ 473 h 473"/>
                <a:gd name="T20" fmla="*/ 59 w 374"/>
                <a:gd name="T21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4" h="473">
                  <a:moveTo>
                    <a:pt x="59" y="473"/>
                  </a:moveTo>
                  <a:lnTo>
                    <a:pt x="59" y="102"/>
                  </a:lnTo>
                  <a:lnTo>
                    <a:pt x="307" y="473"/>
                  </a:lnTo>
                  <a:lnTo>
                    <a:pt x="374" y="473"/>
                  </a:lnTo>
                  <a:lnTo>
                    <a:pt x="374" y="0"/>
                  </a:lnTo>
                  <a:lnTo>
                    <a:pt x="312" y="0"/>
                  </a:lnTo>
                  <a:lnTo>
                    <a:pt x="312" y="371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59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49"/>
            <p:cNvSpPr>
              <a:spLocks/>
            </p:cNvSpPr>
            <p:nvPr userDrawn="1"/>
          </p:nvSpPr>
          <p:spPr bwMode="black">
            <a:xfrm>
              <a:off x="7868" y="2902"/>
              <a:ext cx="392" cy="473"/>
            </a:xfrm>
            <a:custGeom>
              <a:avLst/>
              <a:gdLst>
                <a:gd name="T0" fmla="*/ 64 w 392"/>
                <a:gd name="T1" fmla="*/ 473 h 473"/>
                <a:gd name="T2" fmla="*/ 64 w 392"/>
                <a:gd name="T3" fmla="*/ 310 h 473"/>
                <a:gd name="T4" fmla="*/ 142 w 392"/>
                <a:gd name="T5" fmla="*/ 234 h 473"/>
                <a:gd name="T6" fmla="*/ 310 w 392"/>
                <a:gd name="T7" fmla="*/ 473 h 473"/>
                <a:gd name="T8" fmla="*/ 392 w 392"/>
                <a:gd name="T9" fmla="*/ 473 h 473"/>
                <a:gd name="T10" fmla="*/ 184 w 392"/>
                <a:gd name="T11" fmla="*/ 192 h 473"/>
                <a:gd name="T12" fmla="*/ 383 w 392"/>
                <a:gd name="T13" fmla="*/ 0 h 473"/>
                <a:gd name="T14" fmla="*/ 298 w 392"/>
                <a:gd name="T15" fmla="*/ 0 h 473"/>
                <a:gd name="T16" fmla="*/ 64 w 392"/>
                <a:gd name="T17" fmla="*/ 234 h 473"/>
                <a:gd name="T18" fmla="*/ 64 w 392"/>
                <a:gd name="T19" fmla="*/ 0 h 473"/>
                <a:gd name="T20" fmla="*/ 0 w 392"/>
                <a:gd name="T21" fmla="*/ 0 h 473"/>
                <a:gd name="T22" fmla="*/ 0 w 392"/>
                <a:gd name="T23" fmla="*/ 473 h 473"/>
                <a:gd name="T24" fmla="*/ 64 w 392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2" h="473">
                  <a:moveTo>
                    <a:pt x="64" y="473"/>
                  </a:moveTo>
                  <a:lnTo>
                    <a:pt x="64" y="310"/>
                  </a:lnTo>
                  <a:lnTo>
                    <a:pt x="142" y="234"/>
                  </a:lnTo>
                  <a:lnTo>
                    <a:pt x="310" y="473"/>
                  </a:lnTo>
                  <a:lnTo>
                    <a:pt x="392" y="473"/>
                  </a:lnTo>
                  <a:lnTo>
                    <a:pt x="184" y="192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4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64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50"/>
            <p:cNvSpPr>
              <a:spLocks/>
            </p:cNvSpPr>
            <p:nvPr userDrawn="1"/>
          </p:nvSpPr>
          <p:spPr bwMode="black">
            <a:xfrm>
              <a:off x="8308" y="2902"/>
              <a:ext cx="352" cy="473"/>
            </a:xfrm>
            <a:custGeom>
              <a:avLst/>
              <a:gdLst>
                <a:gd name="T0" fmla="*/ 352 w 352"/>
                <a:gd name="T1" fmla="*/ 473 h 473"/>
                <a:gd name="T2" fmla="*/ 352 w 352"/>
                <a:gd name="T3" fmla="*/ 416 h 473"/>
                <a:gd name="T4" fmla="*/ 61 w 352"/>
                <a:gd name="T5" fmla="*/ 416 h 473"/>
                <a:gd name="T6" fmla="*/ 61 w 352"/>
                <a:gd name="T7" fmla="*/ 255 h 473"/>
                <a:gd name="T8" fmla="*/ 324 w 352"/>
                <a:gd name="T9" fmla="*/ 255 h 473"/>
                <a:gd name="T10" fmla="*/ 324 w 352"/>
                <a:gd name="T11" fmla="*/ 201 h 473"/>
                <a:gd name="T12" fmla="*/ 61 w 352"/>
                <a:gd name="T13" fmla="*/ 201 h 473"/>
                <a:gd name="T14" fmla="*/ 61 w 352"/>
                <a:gd name="T15" fmla="*/ 54 h 473"/>
                <a:gd name="T16" fmla="*/ 340 w 352"/>
                <a:gd name="T17" fmla="*/ 54 h 473"/>
                <a:gd name="T18" fmla="*/ 340 w 352"/>
                <a:gd name="T19" fmla="*/ 0 h 473"/>
                <a:gd name="T20" fmla="*/ 0 w 352"/>
                <a:gd name="T21" fmla="*/ 0 h 473"/>
                <a:gd name="T22" fmla="*/ 0 w 352"/>
                <a:gd name="T23" fmla="*/ 473 h 473"/>
                <a:gd name="T24" fmla="*/ 352 w 352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2" h="473">
                  <a:moveTo>
                    <a:pt x="352" y="473"/>
                  </a:moveTo>
                  <a:lnTo>
                    <a:pt x="352" y="416"/>
                  </a:lnTo>
                  <a:lnTo>
                    <a:pt x="61" y="416"/>
                  </a:lnTo>
                  <a:lnTo>
                    <a:pt x="61" y="255"/>
                  </a:lnTo>
                  <a:lnTo>
                    <a:pt x="324" y="255"/>
                  </a:lnTo>
                  <a:lnTo>
                    <a:pt x="324" y="201"/>
                  </a:lnTo>
                  <a:lnTo>
                    <a:pt x="61" y="201"/>
                  </a:lnTo>
                  <a:lnTo>
                    <a:pt x="61" y="54"/>
                  </a:lnTo>
                  <a:lnTo>
                    <a:pt x="340" y="54"/>
                  </a:lnTo>
                  <a:lnTo>
                    <a:pt x="340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352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51"/>
            <p:cNvSpPr>
              <a:spLocks/>
            </p:cNvSpPr>
            <p:nvPr userDrawn="1"/>
          </p:nvSpPr>
          <p:spPr bwMode="black">
            <a:xfrm>
              <a:off x="-963" y="1037"/>
              <a:ext cx="451" cy="473"/>
            </a:xfrm>
            <a:custGeom>
              <a:avLst/>
              <a:gdLst>
                <a:gd name="T0" fmla="*/ 26 w 191"/>
                <a:gd name="T1" fmla="*/ 200 h 200"/>
                <a:gd name="T2" fmla="*/ 26 w 191"/>
                <a:gd name="T3" fmla="*/ 30 h 200"/>
                <a:gd name="T4" fmla="*/ 83 w 191"/>
                <a:gd name="T5" fmla="*/ 200 h 200"/>
                <a:gd name="T6" fmla="*/ 107 w 191"/>
                <a:gd name="T7" fmla="*/ 200 h 200"/>
                <a:gd name="T8" fmla="*/ 166 w 191"/>
                <a:gd name="T9" fmla="*/ 32 h 200"/>
                <a:gd name="T10" fmla="*/ 166 w 191"/>
                <a:gd name="T11" fmla="*/ 200 h 200"/>
                <a:gd name="T12" fmla="*/ 191 w 191"/>
                <a:gd name="T13" fmla="*/ 200 h 200"/>
                <a:gd name="T14" fmla="*/ 191 w 191"/>
                <a:gd name="T15" fmla="*/ 0 h 200"/>
                <a:gd name="T16" fmla="*/ 155 w 191"/>
                <a:gd name="T17" fmla="*/ 0 h 200"/>
                <a:gd name="T18" fmla="*/ 107 w 191"/>
                <a:gd name="T19" fmla="*/ 139 h 200"/>
                <a:gd name="T20" fmla="*/ 97 w 191"/>
                <a:gd name="T21" fmla="*/ 171 h 200"/>
                <a:gd name="T22" fmla="*/ 87 w 191"/>
                <a:gd name="T23" fmla="*/ 142 h 200"/>
                <a:gd name="T24" fmla="*/ 40 w 191"/>
                <a:gd name="T25" fmla="*/ 0 h 200"/>
                <a:gd name="T26" fmla="*/ 0 w 191"/>
                <a:gd name="T27" fmla="*/ 0 h 200"/>
                <a:gd name="T28" fmla="*/ 0 w 191"/>
                <a:gd name="T29" fmla="*/ 200 h 200"/>
                <a:gd name="T30" fmla="*/ 26 w 191"/>
                <a:gd name="T31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1" h="200">
                  <a:moveTo>
                    <a:pt x="26" y="200"/>
                  </a:moveTo>
                  <a:cubicBezTo>
                    <a:pt x="26" y="30"/>
                    <a:pt x="26" y="30"/>
                    <a:pt x="26" y="30"/>
                  </a:cubicBezTo>
                  <a:cubicBezTo>
                    <a:pt x="83" y="200"/>
                    <a:pt x="83" y="200"/>
                    <a:pt x="83" y="200"/>
                  </a:cubicBezTo>
                  <a:cubicBezTo>
                    <a:pt x="107" y="200"/>
                    <a:pt x="107" y="200"/>
                    <a:pt x="107" y="200"/>
                  </a:cubicBezTo>
                  <a:cubicBezTo>
                    <a:pt x="166" y="32"/>
                    <a:pt x="166" y="32"/>
                    <a:pt x="166" y="32"/>
                  </a:cubicBezTo>
                  <a:cubicBezTo>
                    <a:pt x="166" y="200"/>
                    <a:pt x="166" y="200"/>
                    <a:pt x="166" y="200"/>
                  </a:cubicBezTo>
                  <a:cubicBezTo>
                    <a:pt x="191" y="200"/>
                    <a:pt x="191" y="200"/>
                    <a:pt x="191" y="20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07" y="139"/>
                    <a:pt x="107" y="139"/>
                    <a:pt x="107" y="139"/>
                  </a:cubicBezTo>
                  <a:cubicBezTo>
                    <a:pt x="103" y="153"/>
                    <a:pt x="99" y="164"/>
                    <a:pt x="97" y="171"/>
                  </a:cubicBezTo>
                  <a:cubicBezTo>
                    <a:pt x="95" y="165"/>
                    <a:pt x="92" y="155"/>
                    <a:pt x="87" y="142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52"/>
            <p:cNvSpPr>
              <a:spLocks/>
            </p:cNvSpPr>
            <p:nvPr userDrawn="1"/>
          </p:nvSpPr>
          <p:spPr bwMode="black">
            <a:xfrm>
              <a:off x="-415" y="1037"/>
              <a:ext cx="352" cy="473"/>
            </a:xfrm>
            <a:custGeom>
              <a:avLst/>
              <a:gdLst>
                <a:gd name="T0" fmla="*/ 352 w 352"/>
                <a:gd name="T1" fmla="*/ 473 h 473"/>
                <a:gd name="T2" fmla="*/ 352 w 352"/>
                <a:gd name="T3" fmla="*/ 417 h 473"/>
                <a:gd name="T4" fmla="*/ 62 w 352"/>
                <a:gd name="T5" fmla="*/ 417 h 473"/>
                <a:gd name="T6" fmla="*/ 62 w 352"/>
                <a:gd name="T7" fmla="*/ 256 h 473"/>
                <a:gd name="T8" fmla="*/ 324 w 352"/>
                <a:gd name="T9" fmla="*/ 256 h 473"/>
                <a:gd name="T10" fmla="*/ 324 w 352"/>
                <a:gd name="T11" fmla="*/ 201 h 473"/>
                <a:gd name="T12" fmla="*/ 62 w 352"/>
                <a:gd name="T13" fmla="*/ 201 h 473"/>
                <a:gd name="T14" fmla="*/ 62 w 352"/>
                <a:gd name="T15" fmla="*/ 54 h 473"/>
                <a:gd name="T16" fmla="*/ 341 w 352"/>
                <a:gd name="T17" fmla="*/ 54 h 473"/>
                <a:gd name="T18" fmla="*/ 341 w 352"/>
                <a:gd name="T19" fmla="*/ 0 h 473"/>
                <a:gd name="T20" fmla="*/ 0 w 352"/>
                <a:gd name="T21" fmla="*/ 0 h 473"/>
                <a:gd name="T22" fmla="*/ 0 w 352"/>
                <a:gd name="T23" fmla="*/ 473 h 473"/>
                <a:gd name="T24" fmla="*/ 352 w 352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2" h="473">
                  <a:moveTo>
                    <a:pt x="352" y="473"/>
                  </a:moveTo>
                  <a:lnTo>
                    <a:pt x="352" y="417"/>
                  </a:lnTo>
                  <a:lnTo>
                    <a:pt x="62" y="417"/>
                  </a:lnTo>
                  <a:lnTo>
                    <a:pt x="62" y="256"/>
                  </a:lnTo>
                  <a:lnTo>
                    <a:pt x="324" y="256"/>
                  </a:lnTo>
                  <a:lnTo>
                    <a:pt x="324" y="201"/>
                  </a:lnTo>
                  <a:lnTo>
                    <a:pt x="62" y="201"/>
                  </a:lnTo>
                  <a:lnTo>
                    <a:pt x="62" y="54"/>
                  </a:lnTo>
                  <a:lnTo>
                    <a:pt x="341" y="54"/>
                  </a:lnTo>
                  <a:lnTo>
                    <a:pt x="341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352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53"/>
            <p:cNvSpPr>
              <a:spLocks noEditPoints="1"/>
            </p:cNvSpPr>
            <p:nvPr userDrawn="1"/>
          </p:nvSpPr>
          <p:spPr bwMode="black">
            <a:xfrm>
              <a:off x="18" y="1037"/>
              <a:ext cx="418" cy="473"/>
            </a:xfrm>
            <a:custGeom>
              <a:avLst/>
              <a:gdLst>
                <a:gd name="T0" fmla="*/ 27 w 177"/>
                <a:gd name="T1" fmla="*/ 200 h 200"/>
                <a:gd name="T2" fmla="*/ 27 w 177"/>
                <a:gd name="T3" fmla="*/ 111 h 200"/>
                <a:gd name="T4" fmla="*/ 57 w 177"/>
                <a:gd name="T5" fmla="*/ 111 h 200"/>
                <a:gd name="T6" fmla="*/ 72 w 177"/>
                <a:gd name="T7" fmla="*/ 112 h 200"/>
                <a:gd name="T8" fmla="*/ 84 w 177"/>
                <a:gd name="T9" fmla="*/ 117 h 200"/>
                <a:gd name="T10" fmla="*/ 98 w 177"/>
                <a:gd name="T11" fmla="*/ 131 h 200"/>
                <a:gd name="T12" fmla="*/ 117 w 177"/>
                <a:gd name="T13" fmla="*/ 158 h 200"/>
                <a:gd name="T14" fmla="*/ 143 w 177"/>
                <a:gd name="T15" fmla="*/ 200 h 200"/>
                <a:gd name="T16" fmla="*/ 177 w 177"/>
                <a:gd name="T17" fmla="*/ 200 h 200"/>
                <a:gd name="T18" fmla="*/ 142 w 177"/>
                <a:gd name="T19" fmla="*/ 145 h 200"/>
                <a:gd name="T20" fmla="*/ 120 w 177"/>
                <a:gd name="T21" fmla="*/ 119 h 200"/>
                <a:gd name="T22" fmla="*/ 104 w 177"/>
                <a:gd name="T23" fmla="*/ 109 h 200"/>
                <a:gd name="T24" fmla="*/ 146 w 177"/>
                <a:gd name="T25" fmla="*/ 90 h 200"/>
                <a:gd name="T26" fmla="*/ 160 w 177"/>
                <a:gd name="T27" fmla="*/ 54 h 200"/>
                <a:gd name="T28" fmla="*/ 152 w 177"/>
                <a:gd name="T29" fmla="*/ 24 h 200"/>
                <a:gd name="T30" fmla="*/ 130 w 177"/>
                <a:gd name="T31" fmla="*/ 5 h 200"/>
                <a:gd name="T32" fmla="*/ 89 w 177"/>
                <a:gd name="T33" fmla="*/ 0 h 200"/>
                <a:gd name="T34" fmla="*/ 0 w 177"/>
                <a:gd name="T35" fmla="*/ 0 h 200"/>
                <a:gd name="T36" fmla="*/ 0 w 177"/>
                <a:gd name="T37" fmla="*/ 200 h 200"/>
                <a:gd name="T38" fmla="*/ 27 w 177"/>
                <a:gd name="T39" fmla="*/ 200 h 200"/>
                <a:gd name="T40" fmla="*/ 27 w 177"/>
                <a:gd name="T41" fmla="*/ 22 h 200"/>
                <a:gd name="T42" fmla="*/ 90 w 177"/>
                <a:gd name="T43" fmla="*/ 22 h 200"/>
                <a:gd name="T44" fmla="*/ 123 w 177"/>
                <a:gd name="T45" fmla="*/ 31 h 200"/>
                <a:gd name="T46" fmla="*/ 133 w 177"/>
                <a:gd name="T47" fmla="*/ 54 h 200"/>
                <a:gd name="T48" fmla="*/ 128 w 177"/>
                <a:gd name="T49" fmla="*/ 72 h 200"/>
                <a:gd name="T50" fmla="*/ 112 w 177"/>
                <a:gd name="T51" fmla="*/ 84 h 200"/>
                <a:gd name="T52" fmla="*/ 84 w 177"/>
                <a:gd name="T53" fmla="*/ 88 h 200"/>
                <a:gd name="T54" fmla="*/ 27 w 177"/>
                <a:gd name="T55" fmla="*/ 88 h 200"/>
                <a:gd name="T56" fmla="*/ 27 w 177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7" h="200">
                  <a:moveTo>
                    <a:pt x="27" y="200"/>
                  </a:moveTo>
                  <a:cubicBezTo>
                    <a:pt x="27" y="111"/>
                    <a:pt x="27" y="111"/>
                    <a:pt x="27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64" y="111"/>
                    <a:pt x="69" y="111"/>
                    <a:pt x="72" y="112"/>
                  </a:cubicBezTo>
                  <a:cubicBezTo>
                    <a:pt x="76" y="113"/>
                    <a:pt x="80" y="115"/>
                    <a:pt x="84" y="117"/>
                  </a:cubicBezTo>
                  <a:cubicBezTo>
                    <a:pt x="88" y="120"/>
                    <a:pt x="93" y="124"/>
                    <a:pt x="98" y="131"/>
                  </a:cubicBezTo>
                  <a:cubicBezTo>
                    <a:pt x="103" y="137"/>
                    <a:pt x="109" y="146"/>
                    <a:pt x="117" y="158"/>
                  </a:cubicBezTo>
                  <a:cubicBezTo>
                    <a:pt x="143" y="200"/>
                    <a:pt x="143" y="200"/>
                    <a:pt x="143" y="200"/>
                  </a:cubicBezTo>
                  <a:cubicBezTo>
                    <a:pt x="177" y="200"/>
                    <a:pt x="177" y="200"/>
                    <a:pt x="177" y="200"/>
                  </a:cubicBezTo>
                  <a:cubicBezTo>
                    <a:pt x="142" y="145"/>
                    <a:pt x="142" y="145"/>
                    <a:pt x="142" y="145"/>
                  </a:cubicBezTo>
                  <a:cubicBezTo>
                    <a:pt x="135" y="135"/>
                    <a:pt x="128" y="126"/>
                    <a:pt x="120" y="119"/>
                  </a:cubicBezTo>
                  <a:cubicBezTo>
                    <a:pt x="116" y="116"/>
                    <a:pt x="111" y="112"/>
                    <a:pt x="104" y="109"/>
                  </a:cubicBezTo>
                  <a:cubicBezTo>
                    <a:pt x="123" y="106"/>
                    <a:pt x="137" y="100"/>
                    <a:pt x="146" y="90"/>
                  </a:cubicBezTo>
                  <a:cubicBezTo>
                    <a:pt x="156" y="81"/>
                    <a:pt x="160" y="69"/>
                    <a:pt x="160" y="54"/>
                  </a:cubicBezTo>
                  <a:cubicBezTo>
                    <a:pt x="160" y="43"/>
                    <a:pt x="157" y="33"/>
                    <a:pt x="152" y="24"/>
                  </a:cubicBezTo>
                  <a:cubicBezTo>
                    <a:pt x="146" y="15"/>
                    <a:pt x="139" y="9"/>
                    <a:pt x="130" y="5"/>
                  </a:cubicBezTo>
                  <a:cubicBezTo>
                    <a:pt x="120" y="2"/>
                    <a:pt x="107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7" y="200"/>
                  </a:lnTo>
                  <a:close/>
                  <a:moveTo>
                    <a:pt x="27" y="22"/>
                  </a:moveTo>
                  <a:cubicBezTo>
                    <a:pt x="90" y="22"/>
                    <a:pt x="90" y="22"/>
                    <a:pt x="90" y="22"/>
                  </a:cubicBezTo>
                  <a:cubicBezTo>
                    <a:pt x="105" y="22"/>
                    <a:pt x="116" y="25"/>
                    <a:pt x="123" y="31"/>
                  </a:cubicBezTo>
                  <a:cubicBezTo>
                    <a:pt x="129" y="37"/>
                    <a:pt x="133" y="45"/>
                    <a:pt x="133" y="54"/>
                  </a:cubicBezTo>
                  <a:cubicBezTo>
                    <a:pt x="133" y="61"/>
                    <a:pt x="131" y="67"/>
                    <a:pt x="128" y="72"/>
                  </a:cubicBezTo>
                  <a:cubicBezTo>
                    <a:pt x="124" y="78"/>
                    <a:pt x="119" y="82"/>
                    <a:pt x="112" y="84"/>
                  </a:cubicBezTo>
                  <a:cubicBezTo>
                    <a:pt x="105" y="87"/>
                    <a:pt x="96" y="88"/>
                    <a:pt x="84" y="88"/>
                  </a:cubicBezTo>
                  <a:cubicBezTo>
                    <a:pt x="27" y="88"/>
                    <a:pt x="27" y="88"/>
                    <a:pt x="27" y="88"/>
                  </a:cubicBezTo>
                  <a:lnTo>
                    <a:pt x="27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54"/>
            <p:cNvSpPr>
              <a:spLocks/>
            </p:cNvSpPr>
            <p:nvPr userDrawn="1"/>
          </p:nvSpPr>
          <p:spPr bwMode="black">
            <a:xfrm>
              <a:off x="469" y="1028"/>
              <a:ext cx="419" cy="489"/>
            </a:xfrm>
            <a:custGeom>
              <a:avLst/>
              <a:gdLst>
                <a:gd name="T0" fmla="*/ 130 w 177"/>
                <a:gd name="T1" fmla="*/ 172 h 207"/>
                <a:gd name="T2" fmla="*/ 92 w 177"/>
                <a:gd name="T3" fmla="*/ 185 h 207"/>
                <a:gd name="T4" fmla="*/ 58 w 177"/>
                <a:gd name="T5" fmla="*/ 175 h 207"/>
                <a:gd name="T6" fmla="*/ 35 w 177"/>
                <a:gd name="T7" fmla="*/ 147 h 207"/>
                <a:gd name="T8" fmla="*/ 28 w 177"/>
                <a:gd name="T9" fmla="*/ 102 h 207"/>
                <a:gd name="T10" fmla="*/ 34 w 177"/>
                <a:gd name="T11" fmla="*/ 64 h 207"/>
                <a:gd name="T12" fmla="*/ 56 w 177"/>
                <a:gd name="T13" fmla="*/ 34 h 207"/>
                <a:gd name="T14" fmla="*/ 94 w 177"/>
                <a:gd name="T15" fmla="*/ 23 h 207"/>
                <a:gd name="T16" fmla="*/ 128 w 177"/>
                <a:gd name="T17" fmla="*/ 33 h 207"/>
                <a:gd name="T18" fmla="*/ 148 w 177"/>
                <a:gd name="T19" fmla="*/ 65 h 207"/>
                <a:gd name="T20" fmla="*/ 174 w 177"/>
                <a:gd name="T21" fmla="*/ 59 h 207"/>
                <a:gd name="T22" fmla="*/ 145 w 177"/>
                <a:gd name="T23" fmla="*/ 16 h 207"/>
                <a:gd name="T24" fmla="*/ 95 w 177"/>
                <a:gd name="T25" fmla="*/ 0 h 207"/>
                <a:gd name="T26" fmla="*/ 46 w 177"/>
                <a:gd name="T27" fmla="*/ 12 h 207"/>
                <a:gd name="T28" fmla="*/ 12 w 177"/>
                <a:gd name="T29" fmla="*/ 48 h 207"/>
                <a:gd name="T30" fmla="*/ 0 w 177"/>
                <a:gd name="T31" fmla="*/ 102 h 207"/>
                <a:gd name="T32" fmla="*/ 11 w 177"/>
                <a:gd name="T33" fmla="*/ 156 h 207"/>
                <a:gd name="T34" fmla="*/ 42 w 177"/>
                <a:gd name="T35" fmla="*/ 194 h 207"/>
                <a:gd name="T36" fmla="*/ 94 w 177"/>
                <a:gd name="T37" fmla="*/ 207 h 207"/>
                <a:gd name="T38" fmla="*/ 147 w 177"/>
                <a:gd name="T39" fmla="*/ 190 h 207"/>
                <a:gd name="T40" fmla="*/ 177 w 177"/>
                <a:gd name="T41" fmla="*/ 140 h 207"/>
                <a:gd name="T42" fmla="*/ 151 w 177"/>
                <a:gd name="T43" fmla="*/ 134 h 207"/>
                <a:gd name="T44" fmla="*/ 130 w 177"/>
                <a:gd name="T45" fmla="*/ 17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7" h="207">
                  <a:moveTo>
                    <a:pt x="130" y="172"/>
                  </a:moveTo>
                  <a:cubicBezTo>
                    <a:pt x="120" y="180"/>
                    <a:pt x="107" y="185"/>
                    <a:pt x="92" y="185"/>
                  </a:cubicBezTo>
                  <a:cubicBezTo>
                    <a:pt x="80" y="185"/>
                    <a:pt x="69" y="182"/>
                    <a:pt x="58" y="175"/>
                  </a:cubicBezTo>
                  <a:cubicBezTo>
                    <a:pt x="48" y="169"/>
                    <a:pt x="40" y="159"/>
                    <a:pt x="35" y="147"/>
                  </a:cubicBezTo>
                  <a:cubicBezTo>
                    <a:pt x="30" y="134"/>
                    <a:pt x="28" y="119"/>
                    <a:pt x="28" y="102"/>
                  </a:cubicBezTo>
                  <a:cubicBezTo>
                    <a:pt x="28" y="89"/>
                    <a:pt x="30" y="76"/>
                    <a:pt x="34" y="64"/>
                  </a:cubicBezTo>
                  <a:cubicBezTo>
                    <a:pt x="38" y="51"/>
                    <a:pt x="45" y="41"/>
                    <a:pt x="56" y="34"/>
                  </a:cubicBezTo>
                  <a:cubicBezTo>
                    <a:pt x="66" y="27"/>
                    <a:pt x="79" y="23"/>
                    <a:pt x="94" y="23"/>
                  </a:cubicBezTo>
                  <a:cubicBezTo>
                    <a:pt x="108" y="23"/>
                    <a:pt x="119" y="26"/>
                    <a:pt x="128" y="33"/>
                  </a:cubicBezTo>
                  <a:cubicBezTo>
                    <a:pt x="136" y="40"/>
                    <a:pt x="143" y="50"/>
                    <a:pt x="148" y="65"/>
                  </a:cubicBezTo>
                  <a:cubicBezTo>
                    <a:pt x="174" y="59"/>
                    <a:pt x="174" y="59"/>
                    <a:pt x="174" y="59"/>
                  </a:cubicBezTo>
                  <a:cubicBezTo>
                    <a:pt x="168" y="40"/>
                    <a:pt x="159" y="26"/>
                    <a:pt x="145" y="16"/>
                  </a:cubicBezTo>
                  <a:cubicBezTo>
                    <a:pt x="132" y="5"/>
                    <a:pt x="115" y="0"/>
                    <a:pt x="95" y="0"/>
                  </a:cubicBezTo>
                  <a:cubicBezTo>
                    <a:pt x="77" y="0"/>
                    <a:pt x="61" y="4"/>
                    <a:pt x="46" y="12"/>
                  </a:cubicBezTo>
                  <a:cubicBezTo>
                    <a:pt x="32" y="20"/>
                    <a:pt x="20" y="32"/>
                    <a:pt x="12" y="48"/>
                  </a:cubicBezTo>
                  <a:cubicBezTo>
                    <a:pt x="4" y="63"/>
                    <a:pt x="0" y="82"/>
                    <a:pt x="0" y="102"/>
                  </a:cubicBezTo>
                  <a:cubicBezTo>
                    <a:pt x="0" y="121"/>
                    <a:pt x="4" y="139"/>
                    <a:pt x="11" y="156"/>
                  </a:cubicBezTo>
                  <a:cubicBezTo>
                    <a:pt x="18" y="173"/>
                    <a:pt x="28" y="185"/>
                    <a:pt x="42" y="194"/>
                  </a:cubicBezTo>
                  <a:cubicBezTo>
                    <a:pt x="55" y="203"/>
                    <a:pt x="73" y="207"/>
                    <a:pt x="94" y="207"/>
                  </a:cubicBezTo>
                  <a:cubicBezTo>
                    <a:pt x="115" y="207"/>
                    <a:pt x="133" y="202"/>
                    <a:pt x="147" y="190"/>
                  </a:cubicBezTo>
                  <a:cubicBezTo>
                    <a:pt x="162" y="179"/>
                    <a:pt x="172" y="162"/>
                    <a:pt x="177" y="140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47" y="151"/>
                    <a:pt x="140" y="163"/>
                    <a:pt x="130" y="1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Rectangle 55"/>
            <p:cNvSpPr>
              <a:spLocks noChangeArrowheads="1"/>
            </p:cNvSpPr>
            <p:nvPr userDrawn="1"/>
          </p:nvSpPr>
          <p:spPr bwMode="black">
            <a:xfrm>
              <a:off x="970" y="1037"/>
              <a:ext cx="62" cy="4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56"/>
            <p:cNvSpPr>
              <a:spLocks noEditPoints="1"/>
            </p:cNvSpPr>
            <p:nvPr userDrawn="1"/>
          </p:nvSpPr>
          <p:spPr bwMode="black">
            <a:xfrm>
              <a:off x="-973" y="74"/>
              <a:ext cx="393" cy="473"/>
            </a:xfrm>
            <a:custGeom>
              <a:avLst/>
              <a:gdLst>
                <a:gd name="T0" fmla="*/ 72 w 166"/>
                <a:gd name="T1" fmla="*/ 200 h 200"/>
                <a:gd name="T2" fmla="*/ 105 w 166"/>
                <a:gd name="T3" fmla="*/ 197 h 200"/>
                <a:gd name="T4" fmla="*/ 129 w 166"/>
                <a:gd name="T5" fmla="*/ 187 h 200"/>
                <a:gd name="T6" fmla="*/ 147 w 166"/>
                <a:gd name="T7" fmla="*/ 169 h 200"/>
                <a:gd name="T8" fmla="*/ 160 w 166"/>
                <a:gd name="T9" fmla="*/ 140 h 200"/>
                <a:gd name="T10" fmla="*/ 166 w 166"/>
                <a:gd name="T11" fmla="*/ 99 h 200"/>
                <a:gd name="T12" fmla="*/ 158 w 166"/>
                <a:gd name="T13" fmla="*/ 52 h 200"/>
                <a:gd name="T14" fmla="*/ 134 w 166"/>
                <a:gd name="T15" fmla="*/ 17 h 200"/>
                <a:gd name="T16" fmla="*/ 105 w 166"/>
                <a:gd name="T17" fmla="*/ 3 h 200"/>
                <a:gd name="T18" fmla="*/ 69 w 166"/>
                <a:gd name="T19" fmla="*/ 0 h 200"/>
                <a:gd name="T20" fmla="*/ 0 w 166"/>
                <a:gd name="T21" fmla="*/ 0 h 200"/>
                <a:gd name="T22" fmla="*/ 0 w 166"/>
                <a:gd name="T23" fmla="*/ 200 h 200"/>
                <a:gd name="T24" fmla="*/ 72 w 166"/>
                <a:gd name="T25" fmla="*/ 200 h 200"/>
                <a:gd name="T26" fmla="*/ 27 w 166"/>
                <a:gd name="T27" fmla="*/ 24 h 200"/>
                <a:gd name="T28" fmla="*/ 69 w 166"/>
                <a:gd name="T29" fmla="*/ 24 h 200"/>
                <a:gd name="T30" fmla="*/ 103 w 166"/>
                <a:gd name="T31" fmla="*/ 28 h 200"/>
                <a:gd name="T32" fmla="*/ 128 w 166"/>
                <a:gd name="T33" fmla="*/ 51 h 200"/>
                <a:gd name="T34" fmla="*/ 138 w 166"/>
                <a:gd name="T35" fmla="*/ 99 h 200"/>
                <a:gd name="T36" fmla="*/ 133 w 166"/>
                <a:gd name="T37" fmla="*/ 137 h 200"/>
                <a:gd name="T38" fmla="*/ 118 w 166"/>
                <a:gd name="T39" fmla="*/ 163 h 200"/>
                <a:gd name="T40" fmla="*/ 101 w 166"/>
                <a:gd name="T41" fmla="*/ 173 h 200"/>
                <a:gd name="T42" fmla="*/ 69 w 166"/>
                <a:gd name="T43" fmla="*/ 177 h 200"/>
                <a:gd name="T44" fmla="*/ 27 w 166"/>
                <a:gd name="T45" fmla="*/ 177 h 200"/>
                <a:gd name="T46" fmla="*/ 27 w 166"/>
                <a:gd name="T47" fmla="*/ 2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200">
                  <a:moveTo>
                    <a:pt x="72" y="200"/>
                  </a:moveTo>
                  <a:cubicBezTo>
                    <a:pt x="85" y="200"/>
                    <a:pt x="95" y="199"/>
                    <a:pt x="105" y="197"/>
                  </a:cubicBezTo>
                  <a:cubicBezTo>
                    <a:pt x="114" y="195"/>
                    <a:pt x="122" y="191"/>
                    <a:pt x="129" y="187"/>
                  </a:cubicBezTo>
                  <a:cubicBezTo>
                    <a:pt x="135" y="183"/>
                    <a:pt x="141" y="176"/>
                    <a:pt x="147" y="169"/>
                  </a:cubicBezTo>
                  <a:cubicBezTo>
                    <a:pt x="152" y="161"/>
                    <a:pt x="157" y="151"/>
                    <a:pt x="160" y="140"/>
                  </a:cubicBezTo>
                  <a:cubicBezTo>
                    <a:pt x="164" y="128"/>
                    <a:pt x="166" y="114"/>
                    <a:pt x="166" y="99"/>
                  </a:cubicBezTo>
                  <a:cubicBezTo>
                    <a:pt x="166" y="81"/>
                    <a:pt x="163" y="66"/>
                    <a:pt x="158" y="52"/>
                  </a:cubicBezTo>
                  <a:cubicBezTo>
                    <a:pt x="153" y="38"/>
                    <a:pt x="145" y="26"/>
                    <a:pt x="134" y="17"/>
                  </a:cubicBezTo>
                  <a:cubicBezTo>
                    <a:pt x="126" y="11"/>
                    <a:pt x="116" y="6"/>
                    <a:pt x="105" y="3"/>
                  </a:cubicBezTo>
                  <a:cubicBezTo>
                    <a:pt x="97" y="1"/>
                    <a:pt x="85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2" y="200"/>
                  </a:lnTo>
                  <a:close/>
                  <a:moveTo>
                    <a:pt x="27" y="24"/>
                  </a:moveTo>
                  <a:cubicBezTo>
                    <a:pt x="69" y="24"/>
                    <a:pt x="69" y="24"/>
                    <a:pt x="69" y="24"/>
                  </a:cubicBezTo>
                  <a:cubicBezTo>
                    <a:pt x="85" y="24"/>
                    <a:pt x="96" y="25"/>
                    <a:pt x="103" y="28"/>
                  </a:cubicBezTo>
                  <a:cubicBezTo>
                    <a:pt x="113" y="32"/>
                    <a:pt x="121" y="39"/>
                    <a:pt x="128" y="51"/>
                  </a:cubicBezTo>
                  <a:cubicBezTo>
                    <a:pt x="135" y="62"/>
                    <a:pt x="138" y="78"/>
                    <a:pt x="138" y="99"/>
                  </a:cubicBezTo>
                  <a:cubicBezTo>
                    <a:pt x="138" y="114"/>
                    <a:pt x="137" y="127"/>
                    <a:pt x="133" y="137"/>
                  </a:cubicBezTo>
                  <a:cubicBezTo>
                    <a:pt x="130" y="148"/>
                    <a:pt x="125" y="156"/>
                    <a:pt x="118" y="163"/>
                  </a:cubicBezTo>
                  <a:cubicBezTo>
                    <a:pt x="114" y="167"/>
                    <a:pt x="108" y="171"/>
                    <a:pt x="101" y="173"/>
                  </a:cubicBezTo>
                  <a:cubicBezTo>
                    <a:pt x="93" y="176"/>
                    <a:pt x="83" y="177"/>
                    <a:pt x="69" y="177"/>
                  </a:cubicBezTo>
                  <a:cubicBezTo>
                    <a:pt x="27" y="177"/>
                    <a:pt x="27" y="177"/>
                    <a:pt x="27" y="177"/>
                  </a:cubicBezTo>
                  <a:lnTo>
                    <a:pt x="2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57"/>
            <p:cNvSpPr>
              <a:spLocks noEditPoints="1"/>
            </p:cNvSpPr>
            <p:nvPr userDrawn="1"/>
          </p:nvSpPr>
          <p:spPr bwMode="black">
            <a:xfrm>
              <a:off x="-554" y="74"/>
              <a:ext cx="444" cy="473"/>
            </a:xfrm>
            <a:custGeom>
              <a:avLst/>
              <a:gdLst>
                <a:gd name="T0" fmla="*/ 29 w 188"/>
                <a:gd name="T1" fmla="*/ 200 h 200"/>
                <a:gd name="T2" fmla="*/ 51 w 188"/>
                <a:gd name="T3" fmla="*/ 140 h 200"/>
                <a:gd name="T4" fmla="*/ 134 w 188"/>
                <a:gd name="T5" fmla="*/ 140 h 200"/>
                <a:gd name="T6" fmla="*/ 158 w 188"/>
                <a:gd name="T7" fmla="*/ 200 h 200"/>
                <a:gd name="T8" fmla="*/ 188 w 188"/>
                <a:gd name="T9" fmla="*/ 200 h 200"/>
                <a:gd name="T10" fmla="*/ 106 w 188"/>
                <a:gd name="T11" fmla="*/ 0 h 200"/>
                <a:gd name="T12" fmla="*/ 77 w 188"/>
                <a:gd name="T13" fmla="*/ 0 h 200"/>
                <a:gd name="T14" fmla="*/ 0 w 188"/>
                <a:gd name="T15" fmla="*/ 200 h 200"/>
                <a:gd name="T16" fmla="*/ 29 w 188"/>
                <a:gd name="T17" fmla="*/ 200 h 200"/>
                <a:gd name="T18" fmla="*/ 80 w 188"/>
                <a:gd name="T19" fmla="*/ 59 h 200"/>
                <a:gd name="T20" fmla="*/ 91 w 188"/>
                <a:gd name="T21" fmla="*/ 21 h 200"/>
                <a:gd name="T22" fmla="*/ 105 w 188"/>
                <a:gd name="T23" fmla="*/ 63 h 200"/>
                <a:gd name="T24" fmla="*/ 126 w 188"/>
                <a:gd name="T25" fmla="*/ 118 h 200"/>
                <a:gd name="T26" fmla="*/ 58 w 188"/>
                <a:gd name="T27" fmla="*/ 118 h 200"/>
                <a:gd name="T28" fmla="*/ 80 w 188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200">
                  <a:moveTo>
                    <a:pt x="29" y="200"/>
                  </a:moveTo>
                  <a:cubicBezTo>
                    <a:pt x="51" y="140"/>
                    <a:pt x="51" y="140"/>
                    <a:pt x="51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8" y="200"/>
                    <a:pt x="158" y="200"/>
                    <a:pt x="158" y="200"/>
                  </a:cubicBezTo>
                  <a:cubicBezTo>
                    <a:pt x="188" y="200"/>
                    <a:pt x="188" y="200"/>
                    <a:pt x="188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9" y="200"/>
                  </a:lnTo>
                  <a:close/>
                  <a:moveTo>
                    <a:pt x="80" y="59"/>
                  </a:moveTo>
                  <a:cubicBezTo>
                    <a:pt x="85" y="47"/>
                    <a:pt x="88" y="34"/>
                    <a:pt x="91" y="21"/>
                  </a:cubicBezTo>
                  <a:cubicBezTo>
                    <a:pt x="94" y="32"/>
                    <a:pt x="99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58"/>
            <p:cNvSpPr>
              <a:spLocks/>
            </p:cNvSpPr>
            <p:nvPr userDrawn="1"/>
          </p:nvSpPr>
          <p:spPr bwMode="black">
            <a:xfrm>
              <a:off x="-70" y="74"/>
              <a:ext cx="393" cy="473"/>
            </a:xfrm>
            <a:custGeom>
              <a:avLst/>
              <a:gdLst>
                <a:gd name="T0" fmla="*/ 64 w 393"/>
                <a:gd name="T1" fmla="*/ 473 h 473"/>
                <a:gd name="T2" fmla="*/ 64 w 393"/>
                <a:gd name="T3" fmla="*/ 310 h 473"/>
                <a:gd name="T4" fmla="*/ 140 w 393"/>
                <a:gd name="T5" fmla="*/ 234 h 473"/>
                <a:gd name="T6" fmla="*/ 310 w 393"/>
                <a:gd name="T7" fmla="*/ 473 h 473"/>
                <a:gd name="T8" fmla="*/ 393 w 393"/>
                <a:gd name="T9" fmla="*/ 473 h 473"/>
                <a:gd name="T10" fmla="*/ 185 w 393"/>
                <a:gd name="T11" fmla="*/ 192 h 473"/>
                <a:gd name="T12" fmla="*/ 383 w 393"/>
                <a:gd name="T13" fmla="*/ 0 h 473"/>
                <a:gd name="T14" fmla="*/ 298 w 393"/>
                <a:gd name="T15" fmla="*/ 0 h 473"/>
                <a:gd name="T16" fmla="*/ 64 w 393"/>
                <a:gd name="T17" fmla="*/ 234 h 473"/>
                <a:gd name="T18" fmla="*/ 64 w 393"/>
                <a:gd name="T19" fmla="*/ 0 h 473"/>
                <a:gd name="T20" fmla="*/ 0 w 393"/>
                <a:gd name="T21" fmla="*/ 0 h 473"/>
                <a:gd name="T22" fmla="*/ 0 w 393"/>
                <a:gd name="T23" fmla="*/ 473 h 473"/>
                <a:gd name="T24" fmla="*/ 64 w 393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3" h="473">
                  <a:moveTo>
                    <a:pt x="64" y="473"/>
                  </a:moveTo>
                  <a:lnTo>
                    <a:pt x="64" y="310"/>
                  </a:lnTo>
                  <a:lnTo>
                    <a:pt x="140" y="234"/>
                  </a:lnTo>
                  <a:lnTo>
                    <a:pt x="310" y="473"/>
                  </a:lnTo>
                  <a:lnTo>
                    <a:pt x="393" y="473"/>
                  </a:lnTo>
                  <a:lnTo>
                    <a:pt x="185" y="192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4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64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59"/>
            <p:cNvSpPr>
              <a:spLocks/>
            </p:cNvSpPr>
            <p:nvPr userDrawn="1"/>
          </p:nvSpPr>
          <p:spPr bwMode="black">
            <a:xfrm>
              <a:off x="368" y="74"/>
              <a:ext cx="373" cy="483"/>
            </a:xfrm>
            <a:custGeom>
              <a:avLst/>
              <a:gdLst>
                <a:gd name="T0" fmla="*/ 131 w 158"/>
                <a:gd name="T1" fmla="*/ 116 h 204"/>
                <a:gd name="T2" fmla="*/ 119 w 158"/>
                <a:gd name="T3" fmla="*/ 167 h 204"/>
                <a:gd name="T4" fmla="*/ 77 w 158"/>
                <a:gd name="T5" fmla="*/ 180 h 204"/>
                <a:gd name="T6" fmla="*/ 48 w 158"/>
                <a:gd name="T7" fmla="*/ 173 h 204"/>
                <a:gd name="T8" fmla="*/ 32 w 158"/>
                <a:gd name="T9" fmla="*/ 154 h 204"/>
                <a:gd name="T10" fmla="*/ 27 w 158"/>
                <a:gd name="T11" fmla="*/ 116 h 204"/>
                <a:gd name="T12" fmla="*/ 27 w 158"/>
                <a:gd name="T13" fmla="*/ 0 h 204"/>
                <a:gd name="T14" fmla="*/ 0 w 158"/>
                <a:gd name="T15" fmla="*/ 0 h 204"/>
                <a:gd name="T16" fmla="*/ 0 w 158"/>
                <a:gd name="T17" fmla="*/ 116 h 204"/>
                <a:gd name="T18" fmla="*/ 8 w 158"/>
                <a:gd name="T19" fmla="*/ 166 h 204"/>
                <a:gd name="T20" fmla="*/ 33 w 158"/>
                <a:gd name="T21" fmla="*/ 194 h 204"/>
                <a:gd name="T22" fmla="*/ 79 w 158"/>
                <a:gd name="T23" fmla="*/ 204 h 204"/>
                <a:gd name="T24" fmla="*/ 126 w 158"/>
                <a:gd name="T25" fmla="*/ 193 h 204"/>
                <a:gd name="T26" fmla="*/ 151 w 158"/>
                <a:gd name="T27" fmla="*/ 164 h 204"/>
                <a:gd name="T28" fmla="*/ 158 w 158"/>
                <a:gd name="T29" fmla="*/ 116 h 204"/>
                <a:gd name="T30" fmla="*/ 158 w 158"/>
                <a:gd name="T31" fmla="*/ 0 h 204"/>
                <a:gd name="T32" fmla="*/ 131 w 158"/>
                <a:gd name="T33" fmla="*/ 0 h 204"/>
                <a:gd name="T34" fmla="*/ 131 w 158"/>
                <a:gd name="T35" fmla="*/ 11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8" h="204">
                  <a:moveTo>
                    <a:pt x="131" y="116"/>
                  </a:moveTo>
                  <a:cubicBezTo>
                    <a:pt x="131" y="141"/>
                    <a:pt x="127" y="158"/>
                    <a:pt x="119" y="167"/>
                  </a:cubicBezTo>
                  <a:cubicBezTo>
                    <a:pt x="111" y="176"/>
                    <a:pt x="97" y="180"/>
                    <a:pt x="77" y="180"/>
                  </a:cubicBezTo>
                  <a:cubicBezTo>
                    <a:pt x="66" y="180"/>
                    <a:pt x="56" y="178"/>
                    <a:pt x="48" y="173"/>
                  </a:cubicBezTo>
                  <a:cubicBezTo>
                    <a:pt x="40" y="169"/>
                    <a:pt x="35" y="162"/>
                    <a:pt x="32" y="154"/>
                  </a:cubicBezTo>
                  <a:cubicBezTo>
                    <a:pt x="28" y="146"/>
                    <a:pt x="27" y="133"/>
                    <a:pt x="27" y="116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37"/>
                    <a:pt x="3" y="154"/>
                    <a:pt x="8" y="166"/>
                  </a:cubicBezTo>
                  <a:cubicBezTo>
                    <a:pt x="13" y="178"/>
                    <a:pt x="22" y="188"/>
                    <a:pt x="33" y="194"/>
                  </a:cubicBezTo>
                  <a:cubicBezTo>
                    <a:pt x="45" y="201"/>
                    <a:pt x="61" y="204"/>
                    <a:pt x="79" y="204"/>
                  </a:cubicBezTo>
                  <a:cubicBezTo>
                    <a:pt x="99" y="204"/>
                    <a:pt x="114" y="200"/>
                    <a:pt x="126" y="193"/>
                  </a:cubicBezTo>
                  <a:cubicBezTo>
                    <a:pt x="138" y="185"/>
                    <a:pt x="146" y="176"/>
                    <a:pt x="151" y="164"/>
                  </a:cubicBezTo>
                  <a:cubicBezTo>
                    <a:pt x="155" y="152"/>
                    <a:pt x="158" y="136"/>
                    <a:pt x="158" y="116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31" y="0"/>
                    <a:pt x="131" y="0"/>
                    <a:pt x="131" y="0"/>
                  </a:cubicBezTo>
                  <a:lnTo>
                    <a:pt x="131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60"/>
            <p:cNvSpPr>
              <a:spLocks/>
            </p:cNvSpPr>
            <p:nvPr userDrawn="1"/>
          </p:nvSpPr>
          <p:spPr bwMode="black">
            <a:xfrm>
              <a:off x="805" y="74"/>
              <a:ext cx="262" cy="483"/>
            </a:xfrm>
            <a:custGeom>
              <a:avLst/>
              <a:gdLst>
                <a:gd name="T0" fmla="*/ 14 w 111"/>
                <a:gd name="T1" fmla="*/ 189 h 204"/>
                <a:gd name="T2" fmla="*/ 54 w 111"/>
                <a:gd name="T3" fmla="*/ 204 h 204"/>
                <a:gd name="T4" fmla="*/ 85 w 111"/>
                <a:gd name="T5" fmla="*/ 197 h 204"/>
                <a:gd name="T6" fmla="*/ 105 w 111"/>
                <a:gd name="T7" fmla="*/ 176 h 204"/>
                <a:gd name="T8" fmla="*/ 111 w 111"/>
                <a:gd name="T9" fmla="*/ 137 h 204"/>
                <a:gd name="T10" fmla="*/ 111 w 111"/>
                <a:gd name="T11" fmla="*/ 0 h 204"/>
                <a:gd name="T12" fmla="*/ 84 w 111"/>
                <a:gd name="T13" fmla="*/ 0 h 204"/>
                <a:gd name="T14" fmla="*/ 84 w 111"/>
                <a:gd name="T15" fmla="*/ 138 h 204"/>
                <a:gd name="T16" fmla="*/ 81 w 111"/>
                <a:gd name="T17" fmla="*/ 163 h 204"/>
                <a:gd name="T18" fmla="*/ 71 w 111"/>
                <a:gd name="T19" fmla="*/ 176 h 204"/>
                <a:gd name="T20" fmla="*/ 54 w 111"/>
                <a:gd name="T21" fmla="*/ 180 h 204"/>
                <a:gd name="T22" fmla="*/ 33 w 111"/>
                <a:gd name="T23" fmla="*/ 172 h 204"/>
                <a:gd name="T24" fmla="*/ 24 w 111"/>
                <a:gd name="T25" fmla="*/ 140 h 204"/>
                <a:gd name="T26" fmla="*/ 1 w 111"/>
                <a:gd name="T27" fmla="*/ 144 h 204"/>
                <a:gd name="T28" fmla="*/ 14 w 111"/>
                <a:gd name="T29" fmla="*/ 18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1" h="204">
                  <a:moveTo>
                    <a:pt x="14" y="189"/>
                  </a:moveTo>
                  <a:cubicBezTo>
                    <a:pt x="23" y="199"/>
                    <a:pt x="37" y="204"/>
                    <a:pt x="54" y="204"/>
                  </a:cubicBezTo>
                  <a:cubicBezTo>
                    <a:pt x="66" y="204"/>
                    <a:pt x="76" y="201"/>
                    <a:pt x="85" y="197"/>
                  </a:cubicBezTo>
                  <a:cubicBezTo>
                    <a:pt x="94" y="192"/>
                    <a:pt x="100" y="185"/>
                    <a:pt x="105" y="176"/>
                  </a:cubicBezTo>
                  <a:cubicBezTo>
                    <a:pt x="109" y="166"/>
                    <a:pt x="111" y="153"/>
                    <a:pt x="111" y="137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138"/>
                    <a:pt x="84" y="138"/>
                    <a:pt x="84" y="138"/>
                  </a:cubicBezTo>
                  <a:cubicBezTo>
                    <a:pt x="84" y="150"/>
                    <a:pt x="83" y="158"/>
                    <a:pt x="81" y="163"/>
                  </a:cubicBezTo>
                  <a:cubicBezTo>
                    <a:pt x="80" y="168"/>
                    <a:pt x="76" y="173"/>
                    <a:pt x="71" y="176"/>
                  </a:cubicBezTo>
                  <a:cubicBezTo>
                    <a:pt x="67" y="179"/>
                    <a:pt x="61" y="180"/>
                    <a:pt x="54" y="180"/>
                  </a:cubicBezTo>
                  <a:cubicBezTo>
                    <a:pt x="45" y="180"/>
                    <a:pt x="38" y="177"/>
                    <a:pt x="33" y="172"/>
                  </a:cubicBezTo>
                  <a:cubicBezTo>
                    <a:pt x="28" y="166"/>
                    <a:pt x="25" y="156"/>
                    <a:pt x="24" y="140"/>
                  </a:cubicBezTo>
                  <a:cubicBezTo>
                    <a:pt x="1" y="144"/>
                    <a:pt x="1" y="144"/>
                    <a:pt x="1" y="144"/>
                  </a:cubicBezTo>
                  <a:cubicBezTo>
                    <a:pt x="0" y="164"/>
                    <a:pt x="5" y="179"/>
                    <a:pt x="14" y="1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61"/>
            <p:cNvSpPr>
              <a:spLocks/>
            </p:cNvSpPr>
            <p:nvPr userDrawn="1"/>
          </p:nvSpPr>
          <p:spPr bwMode="black">
            <a:xfrm>
              <a:off x="1164" y="74"/>
              <a:ext cx="352" cy="473"/>
            </a:xfrm>
            <a:custGeom>
              <a:avLst/>
              <a:gdLst>
                <a:gd name="T0" fmla="*/ 352 w 352"/>
                <a:gd name="T1" fmla="*/ 473 h 473"/>
                <a:gd name="T2" fmla="*/ 352 w 352"/>
                <a:gd name="T3" fmla="*/ 419 h 473"/>
                <a:gd name="T4" fmla="*/ 62 w 352"/>
                <a:gd name="T5" fmla="*/ 419 h 473"/>
                <a:gd name="T6" fmla="*/ 62 w 352"/>
                <a:gd name="T7" fmla="*/ 258 h 473"/>
                <a:gd name="T8" fmla="*/ 324 w 352"/>
                <a:gd name="T9" fmla="*/ 258 h 473"/>
                <a:gd name="T10" fmla="*/ 324 w 352"/>
                <a:gd name="T11" fmla="*/ 201 h 473"/>
                <a:gd name="T12" fmla="*/ 62 w 352"/>
                <a:gd name="T13" fmla="*/ 201 h 473"/>
                <a:gd name="T14" fmla="*/ 62 w 352"/>
                <a:gd name="T15" fmla="*/ 57 h 473"/>
                <a:gd name="T16" fmla="*/ 341 w 352"/>
                <a:gd name="T17" fmla="*/ 57 h 473"/>
                <a:gd name="T18" fmla="*/ 341 w 352"/>
                <a:gd name="T19" fmla="*/ 0 h 473"/>
                <a:gd name="T20" fmla="*/ 0 w 352"/>
                <a:gd name="T21" fmla="*/ 0 h 473"/>
                <a:gd name="T22" fmla="*/ 0 w 352"/>
                <a:gd name="T23" fmla="*/ 473 h 473"/>
                <a:gd name="T24" fmla="*/ 352 w 352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2" h="473">
                  <a:moveTo>
                    <a:pt x="352" y="473"/>
                  </a:moveTo>
                  <a:lnTo>
                    <a:pt x="352" y="419"/>
                  </a:lnTo>
                  <a:lnTo>
                    <a:pt x="62" y="419"/>
                  </a:lnTo>
                  <a:lnTo>
                    <a:pt x="62" y="258"/>
                  </a:lnTo>
                  <a:lnTo>
                    <a:pt x="324" y="258"/>
                  </a:lnTo>
                  <a:lnTo>
                    <a:pt x="324" y="201"/>
                  </a:lnTo>
                  <a:lnTo>
                    <a:pt x="62" y="201"/>
                  </a:lnTo>
                  <a:lnTo>
                    <a:pt x="62" y="57"/>
                  </a:lnTo>
                  <a:lnTo>
                    <a:pt x="341" y="57"/>
                  </a:lnTo>
                  <a:lnTo>
                    <a:pt x="341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352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62"/>
            <p:cNvSpPr>
              <a:spLocks/>
            </p:cNvSpPr>
            <p:nvPr userDrawn="1"/>
          </p:nvSpPr>
          <p:spPr bwMode="black">
            <a:xfrm>
              <a:off x="1594" y="74"/>
              <a:ext cx="452" cy="473"/>
            </a:xfrm>
            <a:custGeom>
              <a:avLst/>
              <a:gdLst>
                <a:gd name="T0" fmla="*/ 26 w 191"/>
                <a:gd name="T1" fmla="*/ 200 h 200"/>
                <a:gd name="T2" fmla="*/ 26 w 191"/>
                <a:gd name="T3" fmla="*/ 30 h 200"/>
                <a:gd name="T4" fmla="*/ 83 w 191"/>
                <a:gd name="T5" fmla="*/ 200 h 200"/>
                <a:gd name="T6" fmla="*/ 107 w 191"/>
                <a:gd name="T7" fmla="*/ 200 h 200"/>
                <a:gd name="T8" fmla="*/ 165 w 191"/>
                <a:gd name="T9" fmla="*/ 33 h 200"/>
                <a:gd name="T10" fmla="*/ 165 w 191"/>
                <a:gd name="T11" fmla="*/ 200 h 200"/>
                <a:gd name="T12" fmla="*/ 191 w 191"/>
                <a:gd name="T13" fmla="*/ 200 h 200"/>
                <a:gd name="T14" fmla="*/ 191 w 191"/>
                <a:gd name="T15" fmla="*/ 0 h 200"/>
                <a:gd name="T16" fmla="*/ 155 w 191"/>
                <a:gd name="T17" fmla="*/ 0 h 200"/>
                <a:gd name="T18" fmla="*/ 107 w 191"/>
                <a:gd name="T19" fmla="*/ 140 h 200"/>
                <a:gd name="T20" fmla="*/ 97 w 191"/>
                <a:gd name="T21" fmla="*/ 172 h 200"/>
                <a:gd name="T22" fmla="*/ 87 w 191"/>
                <a:gd name="T23" fmla="*/ 142 h 200"/>
                <a:gd name="T24" fmla="*/ 40 w 191"/>
                <a:gd name="T25" fmla="*/ 0 h 200"/>
                <a:gd name="T26" fmla="*/ 0 w 191"/>
                <a:gd name="T27" fmla="*/ 0 h 200"/>
                <a:gd name="T28" fmla="*/ 0 w 191"/>
                <a:gd name="T29" fmla="*/ 200 h 200"/>
                <a:gd name="T30" fmla="*/ 26 w 191"/>
                <a:gd name="T31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1" h="200">
                  <a:moveTo>
                    <a:pt x="26" y="200"/>
                  </a:moveTo>
                  <a:cubicBezTo>
                    <a:pt x="26" y="30"/>
                    <a:pt x="26" y="30"/>
                    <a:pt x="26" y="30"/>
                  </a:cubicBezTo>
                  <a:cubicBezTo>
                    <a:pt x="83" y="200"/>
                    <a:pt x="83" y="200"/>
                    <a:pt x="83" y="200"/>
                  </a:cubicBezTo>
                  <a:cubicBezTo>
                    <a:pt x="107" y="200"/>
                    <a:pt x="107" y="200"/>
                    <a:pt x="107" y="200"/>
                  </a:cubicBezTo>
                  <a:cubicBezTo>
                    <a:pt x="165" y="33"/>
                    <a:pt x="165" y="33"/>
                    <a:pt x="165" y="33"/>
                  </a:cubicBezTo>
                  <a:cubicBezTo>
                    <a:pt x="165" y="200"/>
                    <a:pt x="165" y="200"/>
                    <a:pt x="165" y="200"/>
                  </a:cubicBezTo>
                  <a:cubicBezTo>
                    <a:pt x="191" y="200"/>
                    <a:pt x="191" y="200"/>
                    <a:pt x="191" y="20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07" y="140"/>
                    <a:pt x="107" y="140"/>
                    <a:pt x="107" y="140"/>
                  </a:cubicBezTo>
                  <a:cubicBezTo>
                    <a:pt x="103" y="154"/>
                    <a:pt x="99" y="164"/>
                    <a:pt x="97" y="172"/>
                  </a:cubicBezTo>
                  <a:cubicBezTo>
                    <a:pt x="95" y="165"/>
                    <a:pt x="92" y="155"/>
                    <a:pt x="87" y="142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63"/>
            <p:cNvSpPr>
              <a:spLocks noEditPoints="1"/>
            </p:cNvSpPr>
            <p:nvPr userDrawn="1"/>
          </p:nvSpPr>
          <p:spPr bwMode="black">
            <a:xfrm>
              <a:off x="2162" y="1018"/>
              <a:ext cx="357" cy="473"/>
            </a:xfrm>
            <a:custGeom>
              <a:avLst/>
              <a:gdLst>
                <a:gd name="T0" fmla="*/ 0 w 151"/>
                <a:gd name="T1" fmla="*/ 200 h 200"/>
                <a:gd name="T2" fmla="*/ 78 w 151"/>
                <a:gd name="T3" fmla="*/ 200 h 200"/>
                <a:gd name="T4" fmla="*/ 124 w 151"/>
                <a:gd name="T5" fmla="*/ 192 h 200"/>
                <a:gd name="T6" fmla="*/ 144 w 151"/>
                <a:gd name="T7" fmla="*/ 170 h 200"/>
                <a:gd name="T8" fmla="*/ 151 w 151"/>
                <a:gd name="T9" fmla="*/ 142 h 200"/>
                <a:gd name="T10" fmla="*/ 141 w 151"/>
                <a:gd name="T11" fmla="*/ 109 h 200"/>
                <a:gd name="T12" fmla="*/ 116 w 151"/>
                <a:gd name="T13" fmla="*/ 90 h 200"/>
                <a:gd name="T14" fmla="*/ 74 w 151"/>
                <a:gd name="T15" fmla="*/ 85 h 200"/>
                <a:gd name="T16" fmla="*/ 26 w 151"/>
                <a:gd name="T17" fmla="*/ 85 h 200"/>
                <a:gd name="T18" fmla="*/ 26 w 151"/>
                <a:gd name="T19" fmla="*/ 24 h 200"/>
                <a:gd name="T20" fmla="*/ 130 w 151"/>
                <a:gd name="T21" fmla="*/ 24 h 200"/>
                <a:gd name="T22" fmla="*/ 130 w 151"/>
                <a:gd name="T23" fmla="*/ 0 h 200"/>
                <a:gd name="T24" fmla="*/ 0 w 151"/>
                <a:gd name="T25" fmla="*/ 0 h 200"/>
                <a:gd name="T26" fmla="*/ 0 w 151"/>
                <a:gd name="T27" fmla="*/ 200 h 200"/>
                <a:gd name="T28" fmla="*/ 26 w 151"/>
                <a:gd name="T29" fmla="*/ 108 h 200"/>
                <a:gd name="T30" fmla="*/ 62 w 151"/>
                <a:gd name="T31" fmla="*/ 108 h 200"/>
                <a:gd name="T32" fmla="*/ 99 w 151"/>
                <a:gd name="T33" fmla="*/ 111 h 200"/>
                <a:gd name="T34" fmla="*/ 116 w 151"/>
                <a:gd name="T35" fmla="*/ 122 h 200"/>
                <a:gd name="T36" fmla="*/ 122 w 151"/>
                <a:gd name="T37" fmla="*/ 143 h 200"/>
                <a:gd name="T38" fmla="*/ 111 w 151"/>
                <a:gd name="T39" fmla="*/ 169 h 200"/>
                <a:gd name="T40" fmla="*/ 79 w 151"/>
                <a:gd name="T41" fmla="*/ 178 h 200"/>
                <a:gd name="T42" fmla="*/ 26 w 151"/>
                <a:gd name="T43" fmla="*/ 178 h 200"/>
                <a:gd name="T44" fmla="*/ 26 w 151"/>
                <a:gd name="T45" fmla="*/ 108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1" h="200">
                  <a:moveTo>
                    <a:pt x="0" y="200"/>
                  </a:moveTo>
                  <a:cubicBezTo>
                    <a:pt x="78" y="200"/>
                    <a:pt x="78" y="200"/>
                    <a:pt x="78" y="200"/>
                  </a:cubicBezTo>
                  <a:cubicBezTo>
                    <a:pt x="100" y="200"/>
                    <a:pt x="115" y="197"/>
                    <a:pt x="124" y="192"/>
                  </a:cubicBezTo>
                  <a:cubicBezTo>
                    <a:pt x="133" y="186"/>
                    <a:pt x="139" y="179"/>
                    <a:pt x="144" y="170"/>
                  </a:cubicBezTo>
                  <a:cubicBezTo>
                    <a:pt x="148" y="162"/>
                    <a:pt x="151" y="152"/>
                    <a:pt x="151" y="142"/>
                  </a:cubicBezTo>
                  <a:cubicBezTo>
                    <a:pt x="151" y="130"/>
                    <a:pt x="148" y="119"/>
                    <a:pt x="141" y="109"/>
                  </a:cubicBezTo>
                  <a:cubicBezTo>
                    <a:pt x="135" y="100"/>
                    <a:pt x="127" y="94"/>
                    <a:pt x="116" y="90"/>
                  </a:cubicBezTo>
                  <a:cubicBezTo>
                    <a:pt x="106" y="87"/>
                    <a:pt x="92" y="85"/>
                    <a:pt x="74" y="85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30" y="24"/>
                    <a:pt x="130" y="24"/>
                    <a:pt x="130" y="24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00"/>
                  </a:lnTo>
                  <a:close/>
                  <a:moveTo>
                    <a:pt x="26" y="108"/>
                  </a:moveTo>
                  <a:cubicBezTo>
                    <a:pt x="62" y="108"/>
                    <a:pt x="62" y="108"/>
                    <a:pt x="62" y="108"/>
                  </a:cubicBezTo>
                  <a:cubicBezTo>
                    <a:pt x="79" y="108"/>
                    <a:pt x="92" y="109"/>
                    <a:pt x="99" y="111"/>
                  </a:cubicBezTo>
                  <a:cubicBezTo>
                    <a:pt x="106" y="113"/>
                    <a:pt x="112" y="116"/>
                    <a:pt x="116" y="122"/>
                  </a:cubicBezTo>
                  <a:cubicBezTo>
                    <a:pt x="120" y="128"/>
                    <a:pt x="122" y="134"/>
                    <a:pt x="122" y="143"/>
                  </a:cubicBezTo>
                  <a:cubicBezTo>
                    <a:pt x="122" y="154"/>
                    <a:pt x="119" y="163"/>
                    <a:pt x="111" y="169"/>
                  </a:cubicBezTo>
                  <a:cubicBezTo>
                    <a:pt x="104" y="175"/>
                    <a:pt x="94" y="178"/>
                    <a:pt x="79" y="178"/>
                  </a:cubicBezTo>
                  <a:cubicBezTo>
                    <a:pt x="26" y="178"/>
                    <a:pt x="26" y="178"/>
                    <a:pt x="26" y="178"/>
                  </a:cubicBezTo>
                  <a:lnTo>
                    <a:pt x="26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64"/>
            <p:cNvSpPr>
              <a:spLocks/>
            </p:cNvSpPr>
            <p:nvPr userDrawn="1"/>
          </p:nvSpPr>
          <p:spPr bwMode="black">
            <a:xfrm>
              <a:off x="2540" y="1018"/>
              <a:ext cx="376" cy="483"/>
            </a:xfrm>
            <a:custGeom>
              <a:avLst/>
              <a:gdLst>
                <a:gd name="T0" fmla="*/ 34 w 159"/>
                <a:gd name="T1" fmla="*/ 141 h 204"/>
                <a:gd name="T2" fmla="*/ 29 w 159"/>
                <a:gd name="T3" fmla="*/ 173 h 204"/>
                <a:gd name="T4" fmla="*/ 16 w 159"/>
                <a:gd name="T5" fmla="*/ 180 h 204"/>
                <a:gd name="T6" fmla="*/ 5 w 159"/>
                <a:gd name="T7" fmla="*/ 177 h 204"/>
                <a:gd name="T8" fmla="*/ 0 w 159"/>
                <a:gd name="T9" fmla="*/ 200 h 204"/>
                <a:gd name="T10" fmla="*/ 21 w 159"/>
                <a:gd name="T11" fmla="*/ 204 h 204"/>
                <a:gd name="T12" fmla="*/ 45 w 159"/>
                <a:gd name="T13" fmla="*/ 196 h 204"/>
                <a:gd name="T14" fmla="*/ 58 w 159"/>
                <a:gd name="T15" fmla="*/ 173 h 204"/>
                <a:gd name="T16" fmla="*/ 60 w 159"/>
                <a:gd name="T17" fmla="*/ 127 h 204"/>
                <a:gd name="T18" fmla="*/ 60 w 159"/>
                <a:gd name="T19" fmla="*/ 24 h 204"/>
                <a:gd name="T20" fmla="*/ 133 w 159"/>
                <a:gd name="T21" fmla="*/ 24 h 204"/>
                <a:gd name="T22" fmla="*/ 133 w 159"/>
                <a:gd name="T23" fmla="*/ 200 h 204"/>
                <a:gd name="T24" fmla="*/ 159 w 159"/>
                <a:gd name="T25" fmla="*/ 200 h 204"/>
                <a:gd name="T26" fmla="*/ 159 w 159"/>
                <a:gd name="T27" fmla="*/ 0 h 204"/>
                <a:gd name="T28" fmla="*/ 34 w 159"/>
                <a:gd name="T29" fmla="*/ 0 h 204"/>
                <a:gd name="T30" fmla="*/ 34 w 159"/>
                <a:gd name="T31" fmla="*/ 141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9" h="204">
                  <a:moveTo>
                    <a:pt x="34" y="141"/>
                  </a:moveTo>
                  <a:cubicBezTo>
                    <a:pt x="34" y="158"/>
                    <a:pt x="32" y="168"/>
                    <a:pt x="29" y="173"/>
                  </a:cubicBezTo>
                  <a:cubicBezTo>
                    <a:pt x="26" y="177"/>
                    <a:pt x="22" y="180"/>
                    <a:pt x="16" y="180"/>
                  </a:cubicBezTo>
                  <a:cubicBezTo>
                    <a:pt x="13" y="180"/>
                    <a:pt x="9" y="179"/>
                    <a:pt x="5" y="177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8" y="203"/>
                    <a:pt x="15" y="204"/>
                    <a:pt x="21" y="204"/>
                  </a:cubicBezTo>
                  <a:cubicBezTo>
                    <a:pt x="31" y="204"/>
                    <a:pt x="39" y="201"/>
                    <a:pt x="45" y="196"/>
                  </a:cubicBezTo>
                  <a:cubicBezTo>
                    <a:pt x="51" y="190"/>
                    <a:pt x="56" y="183"/>
                    <a:pt x="58" y="173"/>
                  </a:cubicBezTo>
                  <a:cubicBezTo>
                    <a:pt x="59" y="163"/>
                    <a:pt x="60" y="148"/>
                    <a:pt x="60" y="127"/>
                  </a:cubicBezTo>
                  <a:cubicBezTo>
                    <a:pt x="60" y="24"/>
                    <a:pt x="60" y="24"/>
                    <a:pt x="60" y="24"/>
                  </a:cubicBezTo>
                  <a:cubicBezTo>
                    <a:pt x="133" y="24"/>
                    <a:pt x="133" y="24"/>
                    <a:pt x="133" y="24"/>
                  </a:cubicBezTo>
                  <a:cubicBezTo>
                    <a:pt x="133" y="200"/>
                    <a:pt x="133" y="200"/>
                    <a:pt x="133" y="200"/>
                  </a:cubicBezTo>
                  <a:cubicBezTo>
                    <a:pt x="159" y="200"/>
                    <a:pt x="159" y="200"/>
                    <a:pt x="159" y="20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34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65"/>
            <p:cNvSpPr>
              <a:spLocks noEditPoints="1"/>
            </p:cNvSpPr>
            <p:nvPr userDrawn="1"/>
          </p:nvSpPr>
          <p:spPr bwMode="black">
            <a:xfrm>
              <a:off x="2961" y="1018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4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6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1 w 187"/>
                <a:gd name="T21" fmla="*/ 21 h 200"/>
                <a:gd name="T22" fmla="*/ 105 w 187"/>
                <a:gd name="T23" fmla="*/ 63 h 200"/>
                <a:gd name="T24" fmla="*/ 126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5" y="47"/>
                    <a:pt x="88" y="34"/>
                    <a:pt x="91" y="21"/>
                  </a:cubicBezTo>
                  <a:cubicBezTo>
                    <a:pt x="94" y="32"/>
                    <a:pt x="98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66"/>
            <p:cNvSpPr>
              <a:spLocks/>
            </p:cNvSpPr>
            <p:nvPr userDrawn="1"/>
          </p:nvSpPr>
          <p:spPr bwMode="black">
            <a:xfrm>
              <a:off x="3448" y="1018"/>
              <a:ext cx="307" cy="473"/>
            </a:xfrm>
            <a:custGeom>
              <a:avLst/>
              <a:gdLst>
                <a:gd name="T0" fmla="*/ 0 w 307"/>
                <a:gd name="T1" fmla="*/ 473 h 473"/>
                <a:gd name="T2" fmla="*/ 64 w 307"/>
                <a:gd name="T3" fmla="*/ 473 h 473"/>
                <a:gd name="T4" fmla="*/ 64 w 307"/>
                <a:gd name="T5" fmla="*/ 57 h 473"/>
                <a:gd name="T6" fmla="*/ 307 w 307"/>
                <a:gd name="T7" fmla="*/ 57 h 473"/>
                <a:gd name="T8" fmla="*/ 307 w 307"/>
                <a:gd name="T9" fmla="*/ 0 h 473"/>
                <a:gd name="T10" fmla="*/ 0 w 307"/>
                <a:gd name="T11" fmla="*/ 0 h 473"/>
                <a:gd name="T12" fmla="*/ 0 w 307"/>
                <a:gd name="T13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473">
                  <a:moveTo>
                    <a:pt x="0" y="473"/>
                  </a:moveTo>
                  <a:lnTo>
                    <a:pt x="64" y="473"/>
                  </a:lnTo>
                  <a:lnTo>
                    <a:pt x="64" y="57"/>
                  </a:lnTo>
                  <a:lnTo>
                    <a:pt x="307" y="57"/>
                  </a:lnTo>
                  <a:lnTo>
                    <a:pt x="307" y="0"/>
                  </a:lnTo>
                  <a:lnTo>
                    <a:pt x="0" y="0"/>
                  </a:lnTo>
                  <a:lnTo>
                    <a:pt x="0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67"/>
            <p:cNvSpPr>
              <a:spLocks noEditPoints="1"/>
            </p:cNvSpPr>
            <p:nvPr userDrawn="1"/>
          </p:nvSpPr>
          <p:spPr bwMode="black">
            <a:xfrm>
              <a:off x="3743" y="1009"/>
              <a:ext cx="452" cy="492"/>
            </a:xfrm>
            <a:custGeom>
              <a:avLst/>
              <a:gdLst>
                <a:gd name="T0" fmla="*/ 11 w 191"/>
                <a:gd name="T1" fmla="*/ 157 h 208"/>
                <a:gd name="T2" fmla="*/ 45 w 191"/>
                <a:gd name="T3" fmla="*/ 194 h 208"/>
                <a:gd name="T4" fmla="*/ 95 w 191"/>
                <a:gd name="T5" fmla="*/ 208 h 208"/>
                <a:gd name="T6" fmla="*/ 144 w 191"/>
                <a:gd name="T7" fmla="*/ 195 h 208"/>
                <a:gd name="T8" fmla="*/ 179 w 191"/>
                <a:gd name="T9" fmla="*/ 159 h 208"/>
                <a:gd name="T10" fmla="*/ 191 w 191"/>
                <a:gd name="T11" fmla="*/ 104 h 208"/>
                <a:gd name="T12" fmla="*/ 179 w 191"/>
                <a:gd name="T13" fmla="*/ 51 h 208"/>
                <a:gd name="T14" fmla="*/ 146 w 191"/>
                <a:gd name="T15" fmla="*/ 14 h 208"/>
                <a:gd name="T16" fmla="*/ 96 w 191"/>
                <a:gd name="T17" fmla="*/ 0 h 208"/>
                <a:gd name="T18" fmla="*/ 26 w 191"/>
                <a:gd name="T19" fmla="*/ 29 h 208"/>
                <a:gd name="T20" fmla="*/ 0 w 191"/>
                <a:gd name="T21" fmla="*/ 107 h 208"/>
                <a:gd name="T22" fmla="*/ 11 w 191"/>
                <a:gd name="T23" fmla="*/ 157 h 208"/>
                <a:gd name="T24" fmla="*/ 47 w 191"/>
                <a:gd name="T25" fmla="*/ 43 h 208"/>
                <a:gd name="T26" fmla="*/ 96 w 191"/>
                <a:gd name="T27" fmla="*/ 23 h 208"/>
                <a:gd name="T28" fmla="*/ 131 w 191"/>
                <a:gd name="T29" fmla="*/ 33 h 208"/>
                <a:gd name="T30" fmla="*/ 156 w 191"/>
                <a:gd name="T31" fmla="*/ 62 h 208"/>
                <a:gd name="T32" fmla="*/ 164 w 191"/>
                <a:gd name="T33" fmla="*/ 104 h 208"/>
                <a:gd name="T34" fmla="*/ 145 w 191"/>
                <a:gd name="T35" fmla="*/ 164 h 208"/>
                <a:gd name="T36" fmla="*/ 95 w 191"/>
                <a:gd name="T37" fmla="*/ 185 h 208"/>
                <a:gd name="T38" fmla="*/ 46 w 191"/>
                <a:gd name="T39" fmla="*/ 164 h 208"/>
                <a:gd name="T40" fmla="*/ 27 w 191"/>
                <a:gd name="T41" fmla="*/ 107 h 208"/>
                <a:gd name="T42" fmla="*/ 47 w 191"/>
                <a:gd name="T43" fmla="*/ 43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1" h="208">
                  <a:moveTo>
                    <a:pt x="11" y="157"/>
                  </a:moveTo>
                  <a:cubicBezTo>
                    <a:pt x="19" y="172"/>
                    <a:pt x="30" y="185"/>
                    <a:pt x="45" y="194"/>
                  </a:cubicBezTo>
                  <a:cubicBezTo>
                    <a:pt x="60" y="203"/>
                    <a:pt x="77" y="208"/>
                    <a:pt x="95" y="208"/>
                  </a:cubicBezTo>
                  <a:cubicBezTo>
                    <a:pt x="113" y="208"/>
                    <a:pt x="129" y="204"/>
                    <a:pt x="144" y="195"/>
                  </a:cubicBezTo>
                  <a:cubicBezTo>
                    <a:pt x="159" y="187"/>
                    <a:pt x="171" y="175"/>
                    <a:pt x="179" y="159"/>
                  </a:cubicBezTo>
                  <a:cubicBezTo>
                    <a:pt x="187" y="143"/>
                    <a:pt x="191" y="125"/>
                    <a:pt x="191" y="104"/>
                  </a:cubicBezTo>
                  <a:cubicBezTo>
                    <a:pt x="191" y="84"/>
                    <a:pt x="187" y="66"/>
                    <a:pt x="179" y="51"/>
                  </a:cubicBezTo>
                  <a:cubicBezTo>
                    <a:pt x="172" y="35"/>
                    <a:pt x="160" y="23"/>
                    <a:pt x="146" y="14"/>
                  </a:cubicBezTo>
                  <a:cubicBezTo>
                    <a:pt x="131" y="5"/>
                    <a:pt x="114" y="0"/>
                    <a:pt x="96" y="0"/>
                  </a:cubicBezTo>
                  <a:cubicBezTo>
                    <a:pt x="67" y="0"/>
                    <a:pt x="44" y="10"/>
                    <a:pt x="26" y="29"/>
                  </a:cubicBezTo>
                  <a:cubicBezTo>
                    <a:pt x="9" y="47"/>
                    <a:pt x="0" y="74"/>
                    <a:pt x="0" y="107"/>
                  </a:cubicBezTo>
                  <a:cubicBezTo>
                    <a:pt x="0" y="124"/>
                    <a:pt x="4" y="141"/>
                    <a:pt x="11" y="157"/>
                  </a:cubicBezTo>
                  <a:close/>
                  <a:moveTo>
                    <a:pt x="47" y="43"/>
                  </a:moveTo>
                  <a:cubicBezTo>
                    <a:pt x="61" y="30"/>
                    <a:pt x="77" y="23"/>
                    <a:pt x="96" y="23"/>
                  </a:cubicBezTo>
                  <a:cubicBezTo>
                    <a:pt x="109" y="23"/>
                    <a:pt x="121" y="27"/>
                    <a:pt x="131" y="33"/>
                  </a:cubicBezTo>
                  <a:cubicBezTo>
                    <a:pt x="142" y="40"/>
                    <a:pt x="150" y="49"/>
                    <a:pt x="156" y="62"/>
                  </a:cubicBezTo>
                  <a:cubicBezTo>
                    <a:pt x="161" y="74"/>
                    <a:pt x="164" y="88"/>
                    <a:pt x="164" y="104"/>
                  </a:cubicBezTo>
                  <a:cubicBezTo>
                    <a:pt x="164" y="130"/>
                    <a:pt x="157" y="150"/>
                    <a:pt x="145" y="164"/>
                  </a:cubicBezTo>
                  <a:cubicBezTo>
                    <a:pt x="132" y="178"/>
                    <a:pt x="115" y="185"/>
                    <a:pt x="95" y="185"/>
                  </a:cubicBezTo>
                  <a:cubicBezTo>
                    <a:pt x="76" y="185"/>
                    <a:pt x="59" y="178"/>
                    <a:pt x="46" y="164"/>
                  </a:cubicBezTo>
                  <a:cubicBezTo>
                    <a:pt x="34" y="150"/>
                    <a:pt x="27" y="131"/>
                    <a:pt x="27" y="107"/>
                  </a:cubicBezTo>
                  <a:cubicBezTo>
                    <a:pt x="27" y="77"/>
                    <a:pt x="34" y="55"/>
                    <a:pt x="47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68"/>
            <p:cNvSpPr>
              <a:spLocks noEditPoints="1"/>
            </p:cNvSpPr>
            <p:nvPr userDrawn="1"/>
          </p:nvSpPr>
          <p:spPr bwMode="black">
            <a:xfrm>
              <a:off x="4204" y="1018"/>
              <a:ext cx="423" cy="585"/>
            </a:xfrm>
            <a:custGeom>
              <a:avLst/>
              <a:gdLst>
                <a:gd name="T0" fmla="*/ 40 w 179"/>
                <a:gd name="T1" fmla="*/ 29 h 247"/>
                <a:gd name="T2" fmla="*/ 15 w 179"/>
                <a:gd name="T3" fmla="*/ 177 h 247"/>
                <a:gd name="T4" fmla="*/ 0 w 179"/>
                <a:gd name="T5" fmla="*/ 177 h 247"/>
                <a:gd name="T6" fmla="*/ 0 w 179"/>
                <a:gd name="T7" fmla="*/ 247 h 247"/>
                <a:gd name="T8" fmla="*/ 23 w 179"/>
                <a:gd name="T9" fmla="*/ 247 h 247"/>
                <a:gd name="T10" fmla="*/ 23 w 179"/>
                <a:gd name="T11" fmla="*/ 200 h 247"/>
                <a:gd name="T12" fmla="*/ 156 w 179"/>
                <a:gd name="T13" fmla="*/ 200 h 247"/>
                <a:gd name="T14" fmla="*/ 156 w 179"/>
                <a:gd name="T15" fmla="*/ 247 h 247"/>
                <a:gd name="T16" fmla="*/ 179 w 179"/>
                <a:gd name="T17" fmla="*/ 247 h 247"/>
                <a:gd name="T18" fmla="*/ 179 w 179"/>
                <a:gd name="T19" fmla="*/ 177 h 247"/>
                <a:gd name="T20" fmla="*/ 161 w 179"/>
                <a:gd name="T21" fmla="*/ 177 h 247"/>
                <a:gd name="T22" fmla="*/ 161 w 179"/>
                <a:gd name="T23" fmla="*/ 0 h 247"/>
                <a:gd name="T24" fmla="*/ 40 w 179"/>
                <a:gd name="T25" fmla="*/ 0 h 247"/>
                <a:gd name="T26" fmla="*/ 40 w 179"/>
                <a:gd name="T27" fmla="*/ 29 h 247"/>
                <a:gd name="T28" fmla="*/ 135 w 179"/>
                <a:gd name="T29" fmla="*/ 177 h 247"/>
                <a:gd name="T30" fmla="*/ 43 w 179"/>
                <a:gd name="T31" fmla="*/ 177 h 247"/>
                <a:gd name="T32" fmla="*/ 60 w 179"/>
                <a:gd name="T33" fmla="*/ 104 h 247"/>
                <a:gd name="T34" fmla="*/ 65 w 179"/>
                <a:gd name="T35" fmla="*/ 34 h 247"/>
                <a:gd name="T36" fmla="*/ 65 w 179"/>
                <a:gd name="T37" fmla="*/ 24 h 247"/>
                <a:gd name="T38" fmla="*/ 135 w 179"/>
                <a:gd name="T39" fmla="*/ 24 h 247"/>
                <a:gd name="T40" fmla="*/ 135 w 179"/>
                <a:gd name="T41" fmla="*/ 17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9" h="247">
                  <a:moveTo>
                    <a:pt x="40" y="29"/>
                  </a:moveTo>
                  <a:cubicBezTo>
                    <a:pt x="40" y="103"/>
                    <a:pt x="31" y="152"/>
                    <a:pt x="15" y="177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23" y="247"/>
                    <a:pt x="23" y="247"/>
                    <a:pt x="23" y="247"/>
                  </a:cubicBezTo>
                  <a:cubicBezTo>
                    <a:pt x="23" y="200"/>
                    <a:pt x="23" y="200"/>
                    <a:pt x="23" y="200"/>
                  </a:cubicBezTo>
                  <a:cubicBezTo>
                    <a:pt x="156" y="200"/>
                    <a:pt x="156" y="200"/>
                    <a:pt x="156" y="200"/>
                  </a:cubicBezTo>
                  <a:cubicBezTo>
                    <a:pt x="156" y="247"/>
                    <a:pt x="156" y="247"/>
                    <a:pt x="156" y="247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9" y="177"/>
                    <a:pt x="179" y="177"/>
                    <a:pt x="179" y="177"/>
                  </a:cubicBezTo>
                  <a:cubicBezTo>
                    <a:pt x="161" y="177"/>
                    <a:pt x="161" y="177"/>
                    <a:pt x="161" y="177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40" y="0"/>
                    <a:pt x="40" y="0"/>
                    <a:pt x="40" y="0"/>
                  </a:cubicBezTo>
                  <a:lnTo>
                    <a:pt x="40" y="29"/>
                  </a:lnTo>
                  <a:close/>
                  <a:moveTo>
                    <a:pt x="135" y="177"/>
                  </a:moveTo>
                  <a:cubicBezTo>
                    <a:pt x="43" y="177"/>
                    <a:pt x="43" y="177"/>
                    <a:pt x="43" y="177"/>
                  </a:cubicBezTo>
                  <a:cubicBezTo>
                    <a:pt x="51" y="158"/>
                    <a:pt x="57" y="133"/>
                    <a:pt x="60" y="104"/>
                  </a:cubicBezTo>
                  <a:cubicBezTo>
                    <a:pt x="64" y="74"/>
                    <a:pt x="65" y="51"/>
                    <a:pt x="65" y="34"/>
                  </a:cubicBezTo>
                  <a:cubicBezTo>
                    <a:pt x="65" y="24"/>
                    <a:pt x="65" y="24"/>
                    <a:pt x="65" y="24"/>
                  </a:cubicBezTo>
                  <a:cubicBezTo>
                    <a:pt x="135" y="24"/>
                    <a:pt x="135" y="24"/>
                    <a:pt x="135" y="24"/>
                  </a:cubicBezTo>
                  <a:lnTo>
                    <a:pt x="135" y="1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69"/>
            <p:cNvSpPr>
              <a:spLocks noEditPoints="1"/>
            </p:cNvSpPr>
            <p:nvPr userDrawn="1"/>
          </p:nvSpPr>
          <p:spPr bwMode="black">
            <a:xfrm>
              <a:off x="4644" y="1018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4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1 w 187"/>
                <a:gd name="T21" fmla="*/ 21 h 200"/>
                <a:gd name="T22" fmla="*/ 105 w 187"/>
                <a:gd name="T23" fmla="*/ 63 h 200"/>
                <a:gd name="T24" fmla="*/ 126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4" y="47"/>
                    <a:pt x="88" y="34"/>
                    <a:pt x="91" y="21"/>
                  </a:cubicBezTo>
                  <a:cubicBezTo>
                    <a:pt x="94" y="32"/>
                    <a:pt x="98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70"/>
            <p:cNvSpPr>
              <a:spLocks noEditPoints="1"/>
            </p:cNvSpPr>
            <p:nvPr userDrawn="1"/>
          </p:nvSpPr>
          <p:spPr bwMode="black">
            <a:xfrm>
              <a:off x="5131" y="1018"/>
              <a:ext cx="361" cy="473"/>
            </a:xfrm>
            <a:custGeom>
              <a:avLst/>
              <a:gdLst>
                <a:gd name="T0" fmla="*/ 26 w 153"/>
                <a:gd name="T1" fmla="*/ 200 h 200"/>
                <a:gd name="T2" fmla="*/ 26 w 153"/>
                <a:gd name="T3" fmla="*/ 119 h 200"/>
                <a:gd name="T4" fmla="*/ 78 w 153"/>
                <a:gd name="T5" fmla="*/ 119 h 200"/>
                <a:gd name="T6" fmla="*/ 136 w 153"/>
                <a:gd name="T7" fmla="*/ 101 h 200"/>
                <a:gd name="T8" fmla="*/ 153 w 153"/>
                <a:gd name="T9" fmla="*/ 58 h 200"/>
                <a:gd name="T10" fmla="*/ 146 w 153"/>
                <a:gd name="T11" fmla="*/ 31 h 200"/>
                <a:gd name="T12" fmla="*/ 130 w 153"/>
                <a:gd name="T13" fmla="*/ 11 h 200"/>
                <a:gd name="T14" fmla="*/ 106 w 153"/>
                <a:gd name="T15" fmla="*/ 2 h 200"/>
                <a:gd name="T16" fmla="*/ 75 w 153"/>
                <a:gd name="T17" fmla="*/ 0 h 200"/>
                <a:gd name="T18" fmla="*/ 0 w 153"/>
                <a:gd name="T19" fmla="*/ 0 h 200"/>
                <a:gd name="T20" fmla="*/ 0 w 153"/>
                <a:gd name="T21" fmla="*/ 200 h 200"/>
                <a:gd name="T22" fmla="*/ 26 w 153"/>
                <a:gd name="T23" fmla="*/ 200 h 200"/>
                <a:gd name="T24" fmla="*/ 26 w 153"/>
                <a:gd name="T25" fmla="*/ 24 h 200"/>
                <a:gd name="T26" fmla="*/ 77 w 153"/>
                <a:gd name="T27" fmla="*/ 24 h 200"/>
                <a:gd name="T28" fmla="*/ 102 w 153"/>
                <a:gd name="T29" fmla="*/ 25 h 200"/>
                <a:gd name="T30" fmla="*/ 119 w 153"/>
                <a:gd name="T31" fmla="*/ 37 h 200"/>
                <a:gd name="T32" fmla="*/ 125 w 153"/>
                <a:gd name="T33" fmla="*/ 59 h 200"/>
                <a:gd name="T34" fmla="*/ 114 w 153"/>
                <a:gd name="T35" fmla="*/ 86 h 200"/>
                <a:gd name="T36" fmla="*/ 78 w 153"/>
                <a:gd name="T37" fmla="*/ 95 h 200"/>
                <a:gd name="T38" fmla="*/ 26 w 153"/>
                <a:gd name="T39" fmla="*/ 95 h 200"/>
                <a:gd name="T40" fmla="*/ 26 w 153"/>
                <a:gd name="T41" fmla="*/ 2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" h="200">
                  <a:moveTo>
                    <a:pt x="26" y="200"/>
                  </a:moveTo>
                  <a:cubicBezTo>
                    <a:pt x="26" y="119"/>
                    <a:pt x="26" y="119"/>
                    <a:pt x="26" y="119"/>
                  </a:cubicBezTo>
                  <a:cubicBezTo>
                    <a:pt x="78" y="119"/>
                    <a:pt x="78" y="119"/>
                    <a:pt x="78" y="119"/>
                  </a:cubicBezTo>
                  <a:cubicBezTo>
                    <a:pt x="106" y="119"/>
                    <a:pt x="125" y="113"/>
                    <a:pt x="136" y="101"/>
                  </a:cubicBezTo>
                  <a:cubicBezTo>
                    <a:pt x="147" y="89"/>
                    <a:pt x="153" y="75"/>
                    <a:pt x="153" y="58"/>
                  </a:cubicBezTo>
                  <a:cubicBezTo>
                    <a:pt x="153" y="48"/>
                    <a:pt x="150" y="39"/>
                    <a:pt x="146" y="31"/>
                  </a:cubicBezTo>
                  <a:cubicBezTo>
                    <a:pt x="142" y="22"/>
                    <a:pt x="137" y="16"/>
                    <a:pt x="130" y="11"/>
                  </a:cubicBezTo>
                  <a:cubicBezTo>
                    <a:pt x="124" y="7"/>
                    <a:pt x="116" y="4"/>
                    <a:pt x="106" y="2"/>
                  </a:cubicBezTo>
                  <a:cubicBezTo>
                    <a:pt x="99" y="1"/>
                    <a:pt x="89" y="0"/>
                    <a:pt x="7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  <a:moveTo>
                    <a:pt x="26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89" y="24"/>
                    <a:pt x="98" y="24"/>
                    <a:pt x="102" y="25"/>
                  </a:cubicBezTo>
                  <a:cubicBezTo>
                    <a:pt x="109" y="27"/>
                    <a:pt x="115" y="31"/>
                    <a:pt x="119" y="37"/>
                  </a:cubicBezTo>
                  <a:cubicBezTo>
                    <a:pt x="123" y="43"/>
                    <a:pt x="125" y="50"/>
                    <a:pt x="125" y="59"/>
                  </a:cubicBezTo>
                  <a:cubicBezTo>
                    <a:pt x="125" y="70"/>
                    <a:pt x="122" y="79"/>
                    <a:pt x="114" y="86"/>
                  </a:cubicBezTo>
                  <a:cubicBezTo>
                    <a:pt x="107" y="92"/>
                    <a:pt x="95" y="95"/>
                    <a:pt x="78" y="95"/>
                  </a:cubicBezTo>
                  <a:cubicBezTo>
                    <a:pt x="26" y="95"/>
                    <a:pt x="26" y="95"/>
                    <a:pt x="26" y="95"/>
                  </a:cubicBezTo>
                  <a:lnTo>
                    <a:pt x="26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71"/>
            <p:cNvSpPr>
              <a:spLocks noEditPoints="1"/>
            </p:cNvSpPr>
            <p:nvPr userDrawn="1"/>
          </p:nvSpPr>
          <p:spPr bwMode="black">
            <a:xfrm>
              <a:off x="5507" y="1018"/>
              <a:ext cx="418" cy="473"/>
            </a:xfrm>
            <a:custGeom>
              <a:avLst/>
              <a:gdLst>
                <a:gd name="T0" fmla="*/ 150 w 177"/>
                <a:gd name="T1" fmla="*/ 200 h 200"/>
                <a:gd name="T2" fmla="*/ 150 w 177"/>
                <a:gd name="T3" fmla="*/ 111 h 200"/>
                <a:gd name="T4" fmla="*/ 120 w 177"/>
                <a:gd name="T5" fmla="*/ 111 h 200"/>
                <a:gd name="T6" fmla="*/ 105 w 177"/>
                <a:gd name="T7" fmla="*/ 112 h 200"/>
                <a:gd name="T8" fmla="*/ 93 w 177"/>
                <a:gd name="T9" fmla="*/ 118 h 200"/>
                <a:gd name="T10" fmla="*/ 79 w 177"/>
                <a:gd name="T11" fmla="*/ 131 h 200"/>
                <a:gd name="T12" fmla="*/ 60 w 177"/>
                <a:gd name="T13" fmla="*/ 159 h 200"/>
                <a:gd name="T14" fmla="*/ 34 w 177"/>
                <a:gd name="T15" fmla="*/ 200 h 200"/>
                <a:gd name="T16" fmla="*/ 0 w 177"/>
                <a:gd name="T17" fmla="*/ 200 h 200"/>
                <a:gd name="T18" fmla="*/ 35 w 177"/>
                <a:gd name="T19" fmla="*/ 146 h 200"/>
                <a:gd name="T20" fmla="*/ 57 w 177"/>
                <a:gd name="T21" fmla="*/ 119 h 200"/>
                <a:gd name="T22" fmla="*/ 73 w 177"/>
                <a:gd name="T23" fmla="*/ 109 h 200"/>
                <a:gd name="T24" fmla="*/ 30 w 177"/>
                <a:gd name="T25" fmla="*/ 91 h 200"/>
                <a:gd name="T26" fmla="*/ 17 w 177"/>
                <a:gd name="T27" fmla="*/ 55 h 200"/>
                <a:gd name="T28" fmla="*/ 25 w 177"/>
                <a:gd name="T29" fmla="*/ 24 h 200"/>
                <a:gd name="T30" fmla="*/ 47 w 177"/>
                <a:gd name="T31" fmla="*/ 5 h 200"/>
                <a:gd name="T32" fmla="*/ 88 w 177"/>
                <a:gd name="T33" fmla="*/ 0 h 200"/>
                <a:gd name="T34" fmla="*/ 177 w 177"/>
                <a:gd name="T35" fmla="*/ 0 h 200"/>
                <a:gd name="T36" fmla="*/ 177 w 177"/>
                <a:gd name="T37" fmla="*/ 200 h 200"/>
                <a:gd name="T38" fmla="*/ 150 w 177"/>
                <a:gd name="T39" fmla="*/ 200 h 200"/>
                <a:gd name="T40" fmla="*/ 150 w 177"/>
                <a:gd name="T41" fmla="*/ 22 h 200"/>
                <a:gd name="T42" fmla="*/ 87 w 177"/>
                <a:gd name="T43" fmla="*/ 22 h 200"/>
                <a:gd name="T44" fmla="*/ 54 w 177"/>
                <a:gd name="T45" fmla="*/ 31 h 200"/>
                <a:gd name="T46" fmla="*/ 44 w 177"/>
                <a:gd name="T47" fmla="*/ 55 h 200"/>
                <a:gd name="T48" fmla="*/ 49 w 177"/>
                <a:gd name="T49" fmla="*/ 73 h 200"/>
                <a:gd name="T50" fmla="*/ 65 w 177"/>
                <a:gd name="T51" fmla="*/ 85 h 200"/>
                <a:gd name="T52" fmla="*/ 93 w 177"/>
                <a:gd name="T53" fmla="*/ 88 h 200"/>
                <a:gd name="T54" fmla="*/ 150 w 177"/>
                <a:gd name="T55" fmla="*/ 88 h 200"/>
                <a:gd name="T56" fmla="*/ 150 w 177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7" h="200">
                  <a:moveTo>
                    <a:pt x="150" y="200"/>
                  </a:moveTo>
                  <a:cubicBezTo>
                    <a:pt x="150" y="111"/>
                    <a:pt x="150" y="111"/>
                    <a:pt x="150" y="111"/>
                  </a:cubicBezTo>
                  <a:cubicBezTo>
                    <a:pt x="120" y="111"/>
                    <a:pt x="120" y="111"/>
                    <a:pt x="120" y="111"/>
                  </a:cubicBezTo>
                  <a:cubicBezTo>
                    <a:pt x="113" y="111"/>
                    <a:pt x="108" y="112"/>
                    <a:pt x="105" y="112"/>
                  </a:cubicBezTo>
                  <a:cubicBezTo>
                    <a:pt x="101" y="113"/>
                    <a:pt x="97" y="115"/>
                    <a:pt x="93" y="118"/>
                  </a:cubicBezTo>
                  <a:cubicBezTo>
                    <a:pt x="89" y="120"/>
                    <a:pt x="84" y="125"/>
                    <a:pt x="79" y="131"/>
                  </a:cubicBezTo>
                  <a:cubicBezTo>
                    <a:pt x="74" y="137"/>
                    <a:pt x="68" y="147"/>
                    <a:pt x="60" y="159"/>
                  </a:cubicBezTo>
                  <a:cubicBezTo>
                    <a:pt x="34" y="200"/>
                    <a:pt x="34" y="200"/>
                    <a:pt x="34" y="200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35" y="146"/>
                    <a:pt x="35" y="146"/>
                    <a:pt x="35" y="146"/>
                  </a:cubicBezTo>
                  <a:cubicBezTo>
                    <a:pt x="42" y="135"/>
                    <a:pt x="49" y="126"/>
                    <a:pt x="57" y="119"/>
                  </a:cubicBezTo>
                  <a:cubicBezTo>
                    <a:pt x="61" y="116"/>
                    <a:pt x="66" y="113"/>
                    <a:pt x="73" y="109"/>
                  </a:cubicBezTo>
                  <a:cubicBezTo>
                    <a:pt x="54" y="107"/>
                    <a:pt x="40" y="100"/>
                    <a:pt x="30" y="91"/>
                  </a:cubicBezTo>
                  <a:cubicBezTo>
                    <a:pt x="21" y="81"/>
                    <a:pt x="17" y="69"/>
                    <a:pt x="17" y="55"/>
                  </a:cubicBezTo>
                  <a:cubicBezTo>
                    <a:pt x="17" y="44"/>
                    <a:pt x="19" y="34"/>
                    <a:pt x="25" y="24"/>
                  </a:cubicBezTo>
                  <a:cubicBezTo>
                    <a:pt x="31" y="15"/>
                    <a:pt x="38" y="9"/>
                    <a:pt x="47" y="5"/>
                  </a:cubicBezTo>
                  <a:cubicBezTo>
                    <a:pt x="57" y="2"/>
                    <a:pt x="70" y="0"/>
                    <a:pt x="88" y="0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77" y="200"/>
                    <a:pt x="177" y="200"/>
                    <a:pt x="177" y="200"/>
                  </a:cubicBezTo>
                  <a:lnTo>
                    <a:pt x="150" y="200"/>
                  </a:lnTo>
                  <a:close/>
                  <a:moveTo>
                    <a:pt x="150" y="22"/>
                  </a:moveTo>
                  <a:cubicBezTo>
                    <a:pt x="87" y="22"/>
                    <a:pt x="87" y="22"/>
                    <a:pt x="87" y="22"/>
                  </a:cubicBezTo>
                  <a:cubicBezTo>
                    <a:pt x="72" y="22"/>
                    <a:pt x="61" y="25"/>
                    <a:pt x="54" y="31"/>
                  </a:cubicBezTo>
                  <a:cubicBezTo>
                    <a:pt x="47" y="37"/>
                    <a:pt x="44" y="45"/>
                    <a:pt x="44" y="55"/>
                  </a:cubicBezTo>
                  <a:cubicBezTo>
                    <a:pt x="44" y="61"/>
                    <a:pt x="46" y="67"/>
                    <a:pt x="49" y="73"/>
                  </a:cubicBezTo>
                  <a:cubicBezTo>
                    <a:pt x="53" y="78"/>
                    <a:pt x="58" y="82"/>
                    <a:pt x="65" y="85"/>
                  </a:cubicBezTo>
                  <a:cubicBezTo>
                    <a:pt x="72" y="87"/>
                    <a:pt x="81" y="88"/>
                    <a:pt x="93" y="88"/>
                  </a:cubicBezTo>
                  <a:cubicBezTo>
                    <a:pt x="150" y="88"/>
                    <a:pt x="150" y="88"/>
                    <a:pt x="150" y="88"/>
                  </a:cubicBezTo>
                  <a:lnTo>
                    <a:pt x="15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72"/>
            <p:cNvSpPr>
              <a:spLocks noEditPoints="1"/>
            </p:cNvSpPr>
            <p:nvPr userDrawn="1"/>
          </p:nvSpPr>
          <p:spPr bwMode="black">
            <a:xfrm>
              <a:off x="5745" y="57"/>
              <a:ext cx="357" cy="474"/>
            </a:xfrm>
            <a:custGeom>
              <a:avLst/>
              <a:gdLst>
                <a:gd name="T0" fmla="*/ 77 w 151"/>
                <a:gd name="T1" fmla="*/ 200 h 200"/>
                <a:gd name="T2" fmla="*/ 109 w 151"/>
                <a:gd name="T3" fmla="*/ 197 h 200"/>
                <a:gd name="T4" fmla="*/ 131 w 151"/>
                <a:gd name="T5" fmla="*/ 187 h 200"/>
                <a:gd name="T6" fmla="*/ 145 w 151"/>
                <a:gd name="T7" fmla="*/ 168 h 200"/>
                <a:gd name="T8" fmla="*/ 151 w 151"/>
                <a:gd name="T9" fmla="*/ 142 h 200"/>
                <a:gd name="T10" fmla="*/ 142 w 151"/>
                <a:gd name="T11" fmla="*/ 112 h 200"/>
                <a:gd name="T12" fmla="*/ 114 w 151"/>
                <a:gd name="T13" fmla="*/ 94 h 200"/>
                <a:gd name="T14" fmla="*/ 135 w 151"/>
                <a:gd name="T15" fmla="*/ 75 h 200"/>
                <a:gd name="T16" fmla="*/ 142 w 151"/>
                <a:gd name="T17" fmla="*/ 51 h 200"/>
                <a:gd name="T18" fmla="*/ 134 w 151"/>
                <a:gd name="T19" fmla="*/ 25 h 200"/>
                <a:gd name="T20" fmla="*/ 112 w 151"/>
                <a:gd name="T21" fmla="*/ 6 h 200"/>
                <a:gd name="T22" fmla="*/ 75 w 151"/>
                <a:gd name="T23" fmla="*/ 0 h 200"/>
                <a:gd name="T24" fmla="*/ 0 w 151"/>
                <a:gd name="T25" fmla="*/ 0 h 200"/>
                <a:gd name="T26" fmla="*/ 0 w 151"/>
                <a:gd name="T27" fmla="*/ 200 h 200"/>
                <a:gd name="T28" fmla="*/ 77 w 151"/>
                <a:gd name="T29" fmla="*/ 200 h 200"/>
                <a:gd name="T30" fmla="*/ 27 w 151"/>
                <a:gd name="T31" fmla="*/ 23 h 200"/>
                <a:gd name="T32" fmla="*/ 67 w 151"/>
                <a:gd name="T33" fmla="*/ 23 h 200"/>
                <a:gd name="T34" fmla="*/ 97 w 151"/>
                <a:gd name="T35" fmla="*/ 26 h 200"/>
                <a:gd name="T36" fmla="*/ 111 w 151"/>
                <a:gd name="T37" fmla="*/ 37 h 200"/>
                <a:gd name="T38" fmla="*/ 116 w 151"/>
                <a:gd name="T39" fmla="*/ 54 h 200"/>
                <a:gd name="T40" fmla="*/ 110 w 151"/>
                <a:gd name="T41" fmla="*/ 72 h 200"/>
                <a:gd name="T42" fmla="*/ 95 w 151"/>
                <a:gd name="T43" fmla="*/ 82 h 200"/>
                <a:gd name="T44" fmla="*/ 70 w 151"/>
                <a:gd name="T45" fmla="*/ 84 h 200"/>
                <a:gd name="T46" fmla="*/ 27 w 151"/>
                <a:gd name="T47" fmla="*/ 84 h 200"/>
                <a:gd name="T48" fmla="*/ 27 w 151"/>
                <a:gd name="T49" fmla="*/ 23 h 200"/>
                <a:gd name="T50" fmla="*/ 27 w 151"/>
                <a:gd name="T51" fmla="*/ 108 h 200"/>
                <a:gd name="T52" fmla="*/ 73 w 151"/>
                <a:gd name="T53" fmla="*/ 108 h 200"/>
                <a:gd name="T54" fmla="*/ 102 w 151"/>
                <a:gd name="T55" fmla="*/ 111 h 200"/>
                <a:gd name="T56" fmla="*/ 118 w 151"/>
                <a:gd name="T57" fmla="*/ 123 h 200"/>
                <a:gd name="T58" fmla="*/ 124 w 151"/>
                <a:gd name="T59" fmla="*/ 142 h 200"/>
                <a:gd name="T60" fmla="*/ 120 w 151"/>
                <a:gd name="T61" fmla="*/ 159 h 200"/>
                <a:gd name="T62" fmla="*/ 110 w 151"/>
                <a:gd name="T63" fmla="*/ 170 h 200"/>
                <a:gd name="T64" fmla="*/ 95 w 151"/>
                <a:gd name="T65" fmla="*/ 175 h 200"/>
                <a:gd name="T66" fmla="*/ 77 w 151"/>
                <a:gd name="T67" fmla="*/ 176 h 200"/>
                <a:gd name="T68" fmla="*/ 27 w 151"/>
                <a:gd name="T69" fmla="*/ 176 h 200"/>
                <a:gd name="T70" fmla="*/ 27 w 151"/>
                <a:gd name="T71" fmla="*/ 108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1" h="200">
                  <a:moveTo>
                    <a:pt x="77" y="200"/>
                  </a:moveTo>
                  <a:cubicBezTo>
                    <a:pt x="89" y="200"/>
                    <a:pt x="100" y="199"/>
                    <a:pt x="109" y="197"/>
                  </a:cubicBezTo>
                  <a:cubicBezTo>
                    <a:pt x="118" y="194"/>
                    <a:pt x="125" y="191"/>
                    <a:pt x="131" y="187"/>
                  </a:cubicBezTo>
                  <a:cubicBezTo>
                    <a:pt x="137" y="182"/>
                    <a:pt x="141" y="176"/>
                    <a:pt x="145" y="168"/>
                  </a:cubicBezTo>
                  <a:cubicBezTo>
                    <a:pt x="149" y="160"/>
                    <a:pt x="151" y="151"/>
                    <a:pt x="151" y="142"/>
                  </a:cubicBezTo>
                  <a:cubicBezTo>
                    <a:pt x="151" y="130"/>
                    <a:pt x="148" y="120"/>
                    <a:pt x="142" y="112"/>
                  </a:cubicBezTo>
                  <a:cubicBezTo>
                    <a:pt x="135" y="103"/>
                    <a:pt x="126" y="97"/>
                    <a:pt x="114" y="94"/>
                  </a:cubicBezTo>
                  <a:cubicBezTo>
                    <a:pt x="123" y="89"/>
                    <a:pt x="130" y="83"/>
                    <a:pt x="135" y="75"/>
                  </a:cubicBezTo>
                  <a:cubicBezTo>
                    <a:pt x="139" y="68"/>
                    <a:pt x="142" y="60"/>
                    <a:pt x="142" y="51"/>
                  </a:cubicBezTo>
                  <a:cubicBezTo>
                    <a:pt x="142" y="42"/>
                    <a:pt x="139" y="33"/>
                    <a:pt x="134" y="25"/>
                  </a:cubicBezTo>
                  <a:cubicBezTo>
                    <a:pt x="129" y="16"/>
                    <a:pt x="121" y="10"/>
                    <a:pt x="112" y="6"/>
                  </a:cubicBezTo>
                  <a:cubicBezTo>
                    <a:pt x="103" y="2"/>
                    <a:pt x="91" y="0"/>
                    <a:pt x="7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7" y="200"/>
                  </a:lnTo>
                  <a:close/>
                  <a:moveTo>
                    <a:pt x="27" y="23"/>
                  </a:moveTo>
                  <a:cubicBezTo>
                    <a:pt x="67" y="23"/>
                    <a:pt x="67" y="23"/>
                    <a:pt x="67" y="23"/>
                  </a:cubicBezTo>
                  <a:cubicBezTo>
                    <a:pt x="81" y="23"/>
                    <a:pt x="91" y="24"/>
                    <a:pt x="97" y="26"/>
                  </a:cubicBezTo>
                  <a:cubicBezTo>
                    <a:pt x="103" y="28"/>
                    <a:pt x="108" y="32"/>
                    <a:pt x="111" y="37"/>
                  </a:cubicBezTo>
                  <a:cubicBezTo>
                    <a:pt x="114" y="42"/>
                    <a:pt x="116" y="48"/>
                    <a:pt x="116" y="54"/>
                  </a:cubicBezTo>
                  <a:cubicBezTo>
                    <a:pt x="116" y="61"/>
                    <a:pt x="114" y="67"/>
                    <a:pt x="110" y="72"/>
                  </a:cubicBezTo>
                  <a:cubicBezTo>
                    <a:pt x="107" y="76"/>
                    <a:pt x="102" y="80"/>
                    <a:pt x="95" y="82"/>
                  </a:cubicBezTo>
                  <a:cubicBezTo>
                    <a:pt x="90" y="83"/>
                    <a:pt x="82" y="84"/>
                    <a:pt x="70" y="84"/>
                  </a:cubicBezTo>
                  <a:cubicBezTo>
                    <a:pt x="27" y="84"/>
                    <a:pt x="27" y="84"/>
                    <a:pt x="27" y="84"/>
                  </a:cubicBezTo>
                  <a:lnTo>
                    <a:pt x="27" y="23"/>
                  </a:lnTo>
                  <a:close/>
                  <a:moveTo>
                    <a:pt x="27" y="108"/>
                  </a:moveTo>
                  <a:cubicBezTo>
                    <a:pt x="73" y="108"/>
                    <a:pt x="73" y="108"/>
                    <a:pt x="73" y="108"/>
                  </a:cubicBezTo>
                  <a:cubicBezTo>
                    <a:pt x="86" y="108"/>
                    <a:pt x="95" y="109"/>
                    <a:pt x="102" y="111"/>
                  </a:cubicBezTo>
                  <a:cubicBezTo>
                    <a:pt x="109" y="113"/>
                    <a:pt x="114" y="117"/>
                    <a:pt x="118" y="123"/>
                  </a:cubicBezTo>
                  <a:cubicBezTo>
                    <a:pt x="122" y="128"/>
                    <a:pt x="124" y="135"/>
                    <a:pt x="124" y="142"/>
                  </a:cubicBezTo>
                  <a:cubicBezTo>
                    <a:pt x="124" y="148"/>
                    <a:pt x="123" y="154"/>
                    <a:pt x="120" y="159"/>
                  </a:cubicBezTo>
                  <a:cubicBezTo>
                    <a:pt x="117" y="164"/>
                    <a:pt x="114" y="167"/>
                    <a:pt x="110" y="170"/>
                  </a:cubicBezTo>
                  <a:cubicBezTo>
                    <a:pt x="106" y="173"/>
                    <a:pt x="101" y="174"/>
                    <a:pt x="95" y="175"/>
                  </a:cubicBezTo>
                  <a:cubicBezTo>
                    <a:pt x="91" y="176"/>
                    <a:pt x="85" y="176"/>
                    <a:pt x="77" y="176"/>
                  </a:cubicBezTo>
                  <a:cubicBezTo>
                    <a:pt x="27" y="176"/>
                    <a:pt x="27" y="176"/>
                    <a:pt x="27" y="176"/>
                  </a:cubicBezTo>
                  <a:lnTo>
                    <a:pt x="27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73"/>
            <p:cNvSpPr>
              <a:spLocks/>
            </p:cNvSpPr>
            <p:nvPr userDrawn="1"/>
          </p:nvSpPr>
          <p:spPr bwMode="black">
            <a:xfrm>
              <a:off x="6185" y="57"/>
              <a:ext cx="352" cy="474"/>
            </a:xfrm>
            <a:custGeom>
              <a:avLst/>
              <a:gdLst>
                <a:gd name="T0" fmla="*/ 352 w 352"/>
                <a:gd name="T1" fmla="*/ 474 h 474"/>
                <a:gd name="T2" fmla="*/ 352 w 352"/>
                <a:gd name="T3" fmla="*/ 417 h 474"/>
                <a:gd name="T4" fmla="*/ 61 w 352"/>
                <a:gd name="T5" fmla="*/ 417 h 474"/>
                <a:gd name="T6" fmla="*/ 61 w 352"/>
                <a:gd name="T7" fmla="*/ 256 h 474"/>
                <a:gd name="T8" fmla="*/ 324 w 352"/>
                <a:gd name="T9" fmla="*/ 256 h 474"/>
                <a:gd name="T10" fmla="*/ 324 w 352"/>
                <a:gd name="T11" fmla="*/ 201 h 474"/>
                <a:gd name="T12" fmla="*/ 61 w 352"/>
                <a:gd name="T13" fmla="*/ 201 h 474"/>
                <a:gd name="T14" fmla="*/ 61 w 352"/>
                <a:gd name="T15" fmla="*/ 55 h 474"/>
                <a:gd name="T16" fmla="*/ 340 w 352"/>
                <a:gd name="T17" fmla="*/ 55 h 474"/>
                <a:gd name="T18" fmla="*/ 340 w 352"/>
                <a:gd name="T19" fmla="*/ 0 h 474"/>
                <a:gd name="T20" fmla="*/ 0 w 352"/>
                <a:gd name="T21" fmla="*/ 0 h 474"/>
                <a:gd name="T22" fmla="*/ 0 w 352"/>
                <a:gd name="T23" fmla="*/ 474 h 474"/>
                <a:gd name="T24" fmla="*/ 352 w 352"/>
                <a:gd name="T25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2" h="474">
                  <a:moveTo>
                    <a:pt x="352" y="474"/>
                  </a:moveTo>
                  <a:lnTo>
                    <a:pt x="352" y="417"/>
                  </a:lnTo>
                  <a:lnTo>
                    <a:pt x="61" y="417"/>
                  </a:lnTo>
                  <a:lnTo>
                    <a:pt x="61" y="256"/>
                  </a:lnTo>
                  <a:lnTo>
                    <a:pt x="324" y="256"/>
                  </a:lnTo>
                  <a:lnTo>
                    <a:pt x="324" y="201"/>
                  </a:lnTo>
                  <a:lnTo>
                    <a:pt x="61" y="201"/>
                  </a:lnTo>
                  <a:lnTo>
                    <a:pt x="61" y="55"/>
                  </a:lnTo>
                  <a:lnTo>
                    <a:pt x="340" y="55"/>
                  </a:lnTo>
                  <a:lnTo>
                    <a:pt x="340" y="0"/>
                  </a:lnTo>
                  <a:lnTo>
                    <a:pt x="0" y="0"/>
                  </a:lnTo>
                  <a:lnTo>
                    <a:pt x="0" y="474"/>
                  </a:lnTo>
                  <a:lnTo>
                    <a:pt x="352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74"/>
            <p:cNvSpPr>
              <a:spLocks noEditPoints="1"/>
            </p:cNvSpPr>
            <p:nvPr userDrawn="1"/>
          </p:nvSpPr>
          <p:spPr bwMode="black">
            <a:xfrm>
              <a:off x="6603" y="57"/>
              <a:ext cx="393" cy="474"/>
            </a:xfrm>
            <a:custGeom>
              <a:avLst/>
              <a:gdLst>
                <a:gd name="T0" fmla="*/ 72 w 166"/>
                <a:gd name="T1" fmla="*/ 200 h 200"/>
                <a:gd name="T2" fmla="*/ 105 w 166"/>
                <a:gd name="T3" fmla="*/ 197 h 200"/>
                <a:gd name="T4" fmla="*/ 128 w 166"/>
                <a:gd name="T5" fmla="*/ 187 h 200"/>
                <a:gd name="T6" fmla="*/ 147 w 166"/>
                <a:gd name="T7" fmla="*/ 168 h 200"/>
                <a:gd name="T8" fmla="*/ 160 w 166"/>
                <a:gd name="T9" fmla="*/ 139 h 200"/>
                <a:gd name="T10" fmla="*/ 166 w 166"/>
                <a:gd name="T11" fmla="*/ 99 h 200"/>
                <a:gd name="T12" fmla="*/ 158 w 166"/>
                <a:gd name="T13" fmla="*/ 51 h 200"/>
                <a:gd name="T14" fmla="*/ 134 w 166"/>
                <a:gd name="T15" fmla="*/ 17 h 200"/>
                <a:gd name="T16" fmla="*/ 105 w 166"/>
                <a:gd name="T17" fmla="*/ 3 h 200"/>
                <a:gd name="T18" fmla="*/ 69 w 166"/>
                <a:gd name="T19" fmla="*/ 0 h 200"/>
                <a:gd name="T20" fmla="*/ 0 w 166"/>
                <a:gd name="T21" fmla="*/ 0 h 200"/>
                <a:gd name="T22" fmla="*/ 0 w 166"/>
                <a:gd name="T23" fmla="*/ 200 h 200"/>
                <a:gd name="T24" fmla="*/ 72 w 166"/>
                <a:gd name="T25" fmla="*/ 200 h 200"/>
                <a:gd name="T26" fmla="*/ 27 w 166"/>
                <a:gd name="T27" fmla="*/ 23 h 200"/>
                <a:gd name="T28" fmla="*/ 69 w 166"/>
                <a:gd name="T29" fmla="*/ 23 h 200"/>
                <a:gd name="T30" fmla="*/ 103 w 166"/>
                <a:gd name="T31" fmla="*/ 28 h 200"/>
                <a:gd name="T32" fmla="*/ 128 w 166"/>
                <a:gd name="T33" fmla="*/ 50 h 200"/>
                <a:gd name="T34" fmla="*/ 138 w 166"/>
                <a:gd name="T35" fmla="*/ 98 h 200"/>
                <a:gd name="T36" fmla="*/ 133 w 166"/>
                <a:gd name="T37" fmla="*/ 137 h 200"/>
                <a:gd name="T38" fmla="*/ 118 w 166"/>
                <a:gd name="T39" fmla="*/ 162 h 200"/>
                <a:gd name="T40" fmla="*/ 100 w 166"/>
                <a:gd name="T41" fmla="*/ 173 h 200"/>
                <a:gd name="T42" fmla="*/ 69 w 166"/>
                <a:gd name="T43" fmla="*/ 176 h 200"/>
                <a:gd name="T44" fmla="*/ 27 w 166"/>
                <a:gd name="T45" fmla="*/ 176 h 200"/>
                <a:gd name="T46" fmla="*/ 27 w 166"/>
                <a:gd name="T47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200">
                  <a:moveTo>
                    <a:pt x="72" y="200"/>
                  </a:moveTo>
                  <a:cubicBezTo>
                    <a:pt x="85" y="200"/>
                    <a:pt x="95" y="199"/>
                    <a:pt x="105" y="197"/>
                  </a:cubicBezTo>
                  <a:cubicBezTo>
                    <a:pt x="114" y="194"/>
                    <a:pt x="122" y="191"/>
                    <a:pt x="128" y="187"/>
                  </a:cubicBezTo>
                  <a:cubicBezTo>
                    <a:pt x="135" y="182"/>
                    <a:pt x="141" y="176"/>
                    <a:pt x="147" y="168"/>
                  </a:cubicBezTo>
                  <a:cubicBezTo>
                    <a:pt x="152" y="161"/>
                    <a:pt x="157" y="151"/>
                    <a:pt x="160" y="139"/>
                  </a:cubicBezTo>
                  <a:cubicBezTo>
                    <a:pt x="164" y="128"/>
                    <a:pt x="166" y="114"/>
                    <a:pt x="166" y="99"/>
                  </a:cubicBezTo>
                  <a:cubicBezTo>
                    <a:pt x="166" y="81"/>
                    <a:pt x="163" y="65"/>
                    <a:pt x="158" y="51"/>
                  </a:cubicBezTo>
                  <a:cubicBezTo>
                    <a:pt x="153" y="37"/>
                    <a:pt x="145" y="26"/>
                    <a:pt x="134" y="17"/>
                  </a:cubicBezTo>
                  <a:cubicBezTo>
                    <a:pt x="126" y="10"/>
                    <a:pt x="116" y="5"/>
                    <a:pt x="105" y="3"/>
                  </a:cubicBezTo>
                  <a:cubicBezTo>
                    <a:pt x="97" y="1"/>
                    <a:pt x="85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2" y="200"/>
                  </a:lnTo>
                  <a:close/>
                  <a:moveTo>
                    <a:pt x="27" y="23"/>
                  </a:moveTo>
                  <a:cubicBezTo>
                    <a:pt x="69" y="23"/>
                    <a:pt x="69" y="23"/>
                    <a:pt x="69" y="23"/>
                  </a:cubicBezTo>
                  <a:cubicBezTo>
                    <a:pt x="84" y="23"/>
                    <a:pt x="96" y="25"/>
                    <a:pt x="103" y="28"/>
                  </a:cubicBezTo>
                  <a:cubicBezTo>
                    <a:pt x="113" y="31"/>
                    <a:pt x="121" y="39"/>
                    <a:pt x="128" y="50"/>
                  </a:cubicBezTo>
                  <a:cubicBezTo>
                    <a:pt x="135" y="61"/>
                    <a:pt x="138" y="78"/>
                    <a:pt x="138" y="98"/>
                  </a:cubicBezTo>
                  <a:cubicBezTo>
                    <a:pt x="138" y="114"/>
                    <a:pt x="137" y="126"/>
                    <a:pt x="133" y="137"/>
                  </a:cubicBezTo>
                  <a:cubicBezTo>
                    <a:pt x="130" y="148"/>
                    <a:pt x="125" y="156"/>
                    <a:pt x="118" y="162"/>
                  </a:cubicBezTo>
                  <a:cubicBezTo>
                    <a:pt x="114" y="167"/>
                    <a:pt x="108" y="170"/>
                    <a:pt x="100" y="173"/>
                  </a:cubicBezTo>
                  <a:cubicBezTo>
                    <a:pt x="93" y="175"/>
                    <a:pt x="83" y="176"/>
                    <a:pt x="69" y="176"/>
                  </a:cubicBezTo>
                  <a:cubicBezTo>
                    <a:pt x="27" y="176"/>
                    <a:pt x="27" y="176"/>
                    <a:pt x="27" y="176"/>
                  </a:cubicBezTo>
                  <a:lnTo>
                    <a:pt x="27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Freeform 75"/>
            <p:cNvSpPr>
              <a:spLocks noEditPoints="1"/>
            </p:cNvSpPr>
            <p:nvPr userDrawn="1"/>
          </p:nvSpPr>
          <p:spPr bwMode="black">
            <a:xfrm>
              <a:off x="7001" y="57"/>
              <a:ext cx="442" cy="474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39 h 200"/>
                <a:gd name="T4" fmla="*/ 134 w 187"/>
                <a:gd name="T5" fmla="*/ 139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0 w 187"/>
                <a:gd name="T21" fmla="*/ 21 h 200"/>
                <a:gd name="T22" fmla="*/ 105 w 187"/>
                <a:gd name="T23" fmla="*/ 62 h 200"/>
                <a:gd name="T24" fmla="*/ 125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39"/>
                    <a:pt x="50" y="139"/>
                    <a:pt x="50" y="139"/>
                  </a:cubicBezTo>
                  <a:cubicBezTo>
                    <a:pt x="134" y="139"/>
                    <a:pt x="134" y="139"/>
                    <a:pt x="134" y="139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4" y="46"/>
                    <a:pt x="88" y="34"/>
                    <a:pt x="90" y="21"/>
                  </a:cubicBezTo>
                  <a:cubicBezTo>
                    <a:pt x="93" y="32"/>
                    <a:pt x="98" y="46"/>
                    <a:pt x="105" y="62"/>
                  </a:cubicBezTo>
                  <a:cubicBezTo>
                    <a:pt x="125" y="118"/>
                    <a:pt x="125" y="118"/>
                    <a:pt x="125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76"/>
            <p:cNvSpPr>
              <a:spLocks/>
            </p:cNvSpPr>
            <p:nvPr userDrawn="1"/>
          </p:nvSpPr>
          <p:spPr bwMode="black">
            <a:xfrm>
              <a:off x="7485" y="57"/>
              <a:ext cx="374" cy="474"/>
            </a:xfrm>
            <a:custGeom>
              <a:avLst/>
              <a:gdLst>
                <a:gd name="T0" fmla="*/ 62 w 374"/>
                <a:gd name="T1" fmla="*/ 474 h 474"/>
                <a:gd name="T2" fmla="*/ 62 w 374"/>
                <a:gd name="T3" fmla="*/ 102 h 474"/>
                <a:gd name="T4" fmla="*/ 310 w 374"/>
                <a:gd name="T5" fmla="*/ 474 h 474"/>
                <a:gd name="T6" fmla="*/ 374 w 374"/>
                <a:gd name="T7" fmla="*/ 474 h 474"/>
                <a:gd name="T8" fmla="*/ 374 w 374"/>
                <a:gd name="T9" fmla="*/ 0 h 474"/>
                <a:gd name="T10" fmla="*/ 315 w 374"/>
                <a:gd name="T11" fmla="*/ 0 h 474"/>
                <a:gd name="T12" fmla="*/ 315 w 374"/>
                <a:gd name="T13" fmla="*/ 372 h 474"/>
                <a:gd name="T14" fmla="*/ 64 w 374"/>
                <a:gd name="T15" fmla="*/ 0 h 474"/>
                <a:gd name="T16" fmla="*/ 0 w 374"/>
                <a:gd name="T17" fmla="*/ 0 h 474"/>
                <a:gd name="T18" fmla="*/ 0 w 374"/>
                <a:gd name="T19" fmla="*/ 474 h 474"/>
                <a:gd name="T20" fmla="*/ 62 w 374"/>
                <a:gd name="T21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4" h="474">
                  <a:moveTo>
                    <a:pt x="62" y="474"/>
                  </a:moveTo>
                  <a:lnTo>
                    <a:pt x="62" y="102"/>
                  </a:lnTo>
                  <a:lnTo>
                    <a:pt x="310" y="474"/>
                  </a:lnTo>
                  <a:lnTo>
                    <a:pt x="374" y="474"/>
                  </a:lnTo>
                  <a:lnTo>
                    <a:pt x="374" y="0"/>
                  </a:lnTo>
                  <a:lnTo>
                    <a:pt x="315" y="0"/>
                  </a:lnTo>
                  <a:lnTo>
                    <a:pt x="315" y="372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4"/>
                  </a:lnTo>
                  <a:lnTo>
                    <a:pt x="62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77"/>
            <p:cNvSpPr>
              <a:spLocks/>
            </p:cNvSpPr>
            <p:nvPr userDrawn="1"/>
          </p:nvSpPr>
          <p:spPr bwMode="black">
            <a:xfrm>
              <a:off x="7941" y="57"/>
              <a:ext cx="393" cy="474"/>
            </a:xfrm>
            <a:custGeom>
              <a:avLst/>
              <a:gdLst>
                <a:gd name="T0" fmla="*/ 64 w 393"/>
                <a:gd name="T1" fmla="*/ 474 h 474"/>
                <a:gd name="T2" fmla="*/ 64 w 393"/>
                <a:gd name="T3" fmla="*/ 310 h 474"/>
                <a:gd name="T4" fmla="*/ 140 w 393"/>
                <a:gd name="T5" fmla="*/ 235 h 474"/>
                <a:gd name="T6" fmla="*/ 310 w 393"/>
                <a:gd name="T7" fmla="*/ 474 h 474"/>
                <a:gd name="T8" fmla="*/ 393 w 393"/>
                <a:gd name="T9" fmla="*/ 474 h 474"/>
                <a:gd name="T10" fmla="*/ 185 w 393"/>
                <a:gd name="T11" fmla="*/ 192 h 474"/>
                <a:gd name="T12" fmla="*/ 383 w 393"/>
                <a:gd name="T13" fmla="*/ 0 h 474"/>
                <a:gd name="T14" fmla="*/ 298 w 393"/>
                <a:gd name="T15" fmla="*/ 0 h 474"/>
                <a:gd name="T16" fmla="*/ 64 w 393"/>
                <a:gd name="T17" fmla="*/ 235 h 474"/>
                <a:gd name="T18" fmla="*/ 64 w 393"/>
                <a:gd name="T19" fmla="*/ 0 h 474"/>
                <a:gd name="T20" fmla="*/ 0 w 393"/>
                <a:gd name="T21" fmla="*/ 0 h 474"/>
                <a:gd name="T22" fmla="*/ 0 w 393"/>
                <a:gd name="T23" fmla="*/ 474 h 474"/>
                <a:gd name="T24" fmla="*/ 64 w 393"/>
                <a:gd name="T25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3" h="474">
                  <a:moveTo>
                    <a:pt x="64" y="474"/>
                  </a:moveTo>
                  <a:lnTo>
                    <a:pt x="64" y="310"/>
                  </a:lnTo>
                  <a:lnTo>
                    <a:pt x="140" y="235"/>
                  </a:lnTo>
                  <a:lnTo>
                    <a:pt x="310" y="474"/>
                  </a:lnTo>
                  <a:lnTo>
                    <a:pt x="393" y="474"/>
                  </a:lnTo>
                  <a:lnTo>
                    <a:pt x="185" y="192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5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4"/>
                  </a:lnTo>
                  <a:lnTo>
                    <a:pt x="64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Freeform 78"/>
            <p:cNvSpPr>
              <a:spLocks/>
            </p:cNvSpPr>
            <p:nvPr userDrawn="1"/>
          </p:nvSpPr>
          <p:spPr bwMode="black">
            <a:xfrm>
              <a:off x="8343" y="57"/>
              <a:ext cx="376" cy="474"/>
            </a:xfrm>
            <a:custGeom>
              <a:avLst/>
              <a:gdLst>
                <a:gd name="T0" fmla="*/ 218 w 376"/>
                <a:gd name="T1" fmla="*/ 474 h 474"/>
                <a:gd name="T2" fmla="*/ 218 w 376"/>
                <a:gd name="T3" fmla="*/ 55 h 474"/>
                <a:gd name="T4" fmla="*/ 376 w 376"/>
                <a:gd name="T5" fmla="*/ 55 h 474"/>
                <a:gd name="T6" fmla="*/ 376 w 376"/>
                <a:gd name="T7" fmla="*/ 0 h 474"/>
                <a:gd name="T8" fmla="*/ 0 w 376"/>
                <a:gd name="T9" fmla="*/ 0 h 474"/>
                <a:gd name="T10" fmla="*/ 0 w 376"/>
                <a:gd name="T11" fmla="*/ 55 h 474"/>
                <a:gd name="T12" fmla="*/ 156 w 376"/>
                <a:gd name="T13" fmla="*/ 55 h 474"/>
                <a:gd name="T14" fmla="*/ 156 w 376"/>
                <a:gd name="T15" fmla="*/ 474 h 474"/>
                <a:gd name="T16" fmla="*/ 218 w 376"/>
                <a:gd name="T17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6" h="474">
                  <a:moveTo>
                    <a:pt x="218" y="474"/>
                  </a:moveTo>
                  <a:lnTo>
                    <a:pt x="218" y="55"/>
                  </a:lnTo>
                  <a:lnTo>
                    <a:pt x="376" y="55"/>
                  </a:lnTo>
                  <a:lnTo>
                    <a:pt x="376" y="0"/>
                  </a:lnTo>
                  <a:lnTo>
                    <a:pt x="0" y="0"/>
                  </a:lnTo>
                  <a:lnTo>
                    <a:pt x="0" y="55"/>
                  </a:lnTo>
                  <a:lnTo>
                    <a:pt x="156" y="55"/>
                  </a:lnTo>
                  <a:lnTo>
                    <a:pt x="156" y="474"/>
                  </a:lnTo>
                  <a:lnTo>
                    <a:pt x="218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79"/>
            <p:cNvSpPr>
              <a:spLocks/>
            </p:cNvSpPr>
            <p:nvPr userDrawn="1"/>
          </p:nvSpPr>
          <p:spPr bwMode="black">
            <a:xfrm>
              <a:off x="7041" y="1025"/>
              <a:ext cx="376" cy="476"/>
            </a:xfrm>
            <a:custGeom>
              <a:avLst/>
              <a:gdLst>
                <a:gd name="T0" fmla="*/ 220 w 376"/>
                <a:gd name="T1" fmla="*/ 476 h 476"/>
                <a:gd name="T2" fmla="*/ 220 w 376"/>
                <a:gd name="T3" fmla="*/ 57 h 476"/>
                <a:gd name="T4" fmla="*/ 376 w 376"/>
                <a:gd name="T5" fmla="*/ 57 h 476"/>
                <a:gd name="T6" fmla="*/ 376 w 376"/>
                <a:gd name="T7" fmla="*/ 0 h 476"/>
                <a:gd name="T8" fmla="*/ 0 w 376"/>
                <a:gd name="T9" fmla="*/ 0 h 476"/>
                <a:gd name="T10" fmla="*/ 0 w 376"/>
                <a:gd name="T11" fmla="*/ 57 h 476"/>
                <a:gd name="T12" fmla="*/ 156 w 376"/>
                <a:gd name="T13" fmla="*/ 57 h 476"/>
                <a:gd name="T14" fmla="*/ 156 w 376"/>
                <a:gd name="T15" fmla="*/ 476 h 476"/>
                <a:gd name="T16" fmla="*/ 220 w 376"/>
                <a:gd name="T17" fmla="*/ 47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6" h="476">
                  <a:moveTo>
                    <a:pt x="220" y="476"/>
                  </a:moveTo>
                  <a:lnTo>
                    <a:pt x="220" y="57"/>
                  </a:lnTo>
                  <a:lnTo>
                    <a:pt x="376" y="57"/>
                  </a:lnTo>
                  <a:lnTo>
                    <a:pt x="376" y="0"/>
                  </a:lnTo>
                  <a:lnTo>
                    <a:pt x="0" y="0"/>
                  </a:lnTo>
                  <a:lnTo>
                    <a:pt x="0" y="57"/>
                  </a:lnTo>
                  <a:lnTo>
                    <a:pt x="156" y="57"/>
                  </a:lnTo>
                  <a:lnTo>
                    <a:pt x="156" y="476"/>
                  </a:lnTo>
                  <a:lnTo>
                    <a:pt x="220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80"/>
            <p:cNvSpPr>
              <a:spLocks noEditPoints="1"/>
            </p:cNvSpPr>
            <p:nvPr userDrawn="1"/>
          </p:nvSpPr>
          <p:spPr bwMode="black">
            <a:xfrm>
              <a:off x="7372" y="1025"/>
              <a:ext cx="444" cy="476"/>
            </a:xfrm>
            <a:custGeom>
              <a:avLst/>
              <a:gdLst>
                <a:gd name="T0" fmla="*/ 29 w 188"/>
                <a:gd name="T1" fmla="*/ 201 h 201"/>
                <a:gd name="T2" fmla="*/ 51 w 188"/>
                <a:gd name="T3" fmla="*/ 140 h 201"/>
                <a:gd name="T4" fmla="*/ 134 w 188"/>
                <a:gd name="T5" fmla="*/ 140 h 201"/>
                <a:gd name="T6" fmla="*/ 158 w 188"/>
                <a:gd name="T7" fmla="*/ 201 h 201"/>
                <a:gd name="T8" fmla="*/ 188 w 188"/>
                <a:gd name="T9" fmla="*/ 201 h 201"/>
                <a:gd name="T10" fmla="*/ 106 w 188"/>
                <a:gd name="T11" fmla="*/ 0 h 201"/>
                <a:gd name="T12" fmla="*/ 77 w 188"/>
                <a:gd name="T13" fmla="*/ 0 h 201"/>
                <a:gd name="T14" fmla="*/ 0 w 188"/>
                <a:gd name="T15" fmla="*/ 201 h 201"/>
                <a:gd name="T16" fmla="*/ 29 w 188"/>
                <a:gd name="T17" fmla="*/ 201 h 201"/>
                <a:gd name="T18" fmla="*/ 80 w 188"/>
                <a:gd name="T19" fmla="*/ 60 h 201"/>
                <a:gd name="T20" fmla="*/ 91 w 188"/>
                <a:gd name="T21" fmla="*/ 21 h 201"/>
                <a:gd name="T22" fmla="*/ 105 w 188"/>
                <a:gd name="T23" fmla="*/ 63 h 201"/>
                <a:gd name="T24" fmla="*/ 126 w 188"/>
                <a:gd name="T25" fmla="*/ 118 h 201"/>
                <a:gd name="T26" fmla="*/ 58 w 188"/>
                <a:gd name="T27" fmla="*/ 118 h 201"/>
                <a:gd name="T28" fmla="*/ 80 w 188"/>
                <a:gd name="T29" fmla="*/ 60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201">
                  <a:moveTo>
                    <a:pt x="29" y="201"/>
                  </a:moveTo>
                  <a:cubicBezTo>
                    <a:pt x="51" y="140"/>
                    <a:pt x="51" y="140"/>
                    <a:pt x="51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8" y="201"/>
                    <a:pt x="158" y="201"/>
                    <a:pt x="158" y="201"/>
                  </a:cubicBezTo>
                  <a:cubicBezTo>
                    <a:pt x="188" y="201"/>
                    <a:pt x="188" y="201"/>
                    <a:pt x="188" y="201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1"/>
                    <a:pt x="0" y="201"/>
                    <a:pt x="0" y="201"/>
                  </a:cubicBezTo>
                  <a:lnTo>
                    <a:pt x="29" y="201"/>
                  </a:lnTo>
                  <a:close/>
                  <a:moveTo>
                    <a:pt x="80" y="60"/>
                  </a:moveTo>
                  <a:cubicBezTo>
                    <a:pt x="85" y="47"/>
                    <a:pt x="88" y="34"/>
                    <a:pt x="91" y="21"/>
                  </a:cubicBezTo>
                  <a:cubicBezTo>
                    <a:pt x="94" y="32"/>
                    <a:pt x="99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81"/>
            <p:cNvSpPr>
              <a:spLocks/>
            </p:cNvSpPr>
            <p:nvPr userDrawn="1"/>
          </p:nvSpPr>
          <p:spPr bwMode="black">
            <a:xfrm>
              <a:off x="7856" y="1025"/>
              <a:ext cx="393" cy="476"/>
            </a:xfrm>
            <a:custGeom>
              <a:avLst/>
              <a:gdLst>
                <a:gd name="T0" fmla="*/ 64 w 393"/>
                <a:gd name="T1" fmla="*/ 476 h 476"/>
                <a:gd name="T2" fmla="*/ 64 w 393"/>
                <a:gd name="T3" fmla="*/ 310 h 476"/>
                <a:gd name="T4" fmla="*/ 140 w 393"/>
                <a:gd name="T5" fmla="*/ 235 h 476"/>
                <a:gd name="T6" fmla="*/ 310 w 393"/>
                <a:gd name="T7" fmla="*/ 476 h 476"/>
                <a:gd name="T8" fmla="*/ 393 w 393"/>
                <a:gd name="T9" fmla="*/ 476 h 476"/>
                <a:gd name="T10" fmla="*/ 185 w 393"/>
                <a:gd name="T11" fmla="*/ 194 h 476"/>
                <a:gd name="T12" fmla="*/ 383 w 393"/>
                <a:gd name="T13" fmla="*/ 0 h 476"/>
                <a:gd name="T14" fmla="*/ 298 w 393"/>
                <a:gd name="T15" fmla="*/ 0 h 476"/>
                <a:gd name="T16" fmla="*/ 64 w 393"/>
                <a:gd name="T17" fmla="*/ 237 h 476"/>
                <a:gd name="T18" fmla="*/ 64 w 393"/>
                <a:gd name="T19" fmla="*/ 0 h 476"/>
                <a:gd name="T20" fmla="*/ 0 w 393"/>
                <a:gd name="T21" fmla="*/ 0 h 476"/>
                <a:gd name="T22" fmla="*/ 0 w 393"/>
                <a:gd name="T23" fmla="*/ 476 h 476"/>
                <a:gd name="T24" fmla="*/ 64 w 393"/>
                <a:gd name="T25" fmla="*/ 47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3" h="476">
                  <a:moveTo>
                    <a:pt x="64" y="476"/>
                  </a:moveTo>
                  <a:lnTo>
                    <a:pt x="64" y="310"/>
                  </a:lnTo>
                  <a:lnTo>
                    <a:pt x="140" y="235"/>
                  </a:lnTo>
                  <a:lnTo>
                    <a:pt x="310" y="476"/>
                  </a:lnTo>
                  <a:lnTo>
                    <a:pt x="393" y="476"/>
                  </a:lnTo>
                  <a:lnTo>
                    <a:pt x="185" y="194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7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6"/>
                  </a:lnTo>
                  <a:lnTo>
                    <a:pt x="64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82"/>
            <p:cNvSpPr>
              <a:spLocks/>
            </p:cNvSpPr>
            <p:nvPr userDrawn="1"/>
          </p:nvSpPr>
          <p:spPr bwMode="black">
            <a:xfrm>
              <a:off x="8291" y="1025"/>
              <a:ext cx="390" cy="476"/>
            </a:xfrm>
            <a:custGeom>
              <a:avLst/>
              <a:gdLst>
                <a:gd name="T0" fmla="*/ 62 w 390"/>
                <a:gd name="T1" fmla="*/ 476 h 476"/>
                <a:gd name="T2" fmla="*/ 62 w 390"/>
                <a:gd name="T3" fmla="*/ 310 h 476"/>
                <a:gd name="T4" fmla="*/ 140 w 390"/>
                <a:gd name="T5" fmla="*/ 235 h 476"/>
                <a:gd name="T6" fmla="*/ 308 w 390"/>
                <a:gd name="T7" fmla="*/ 476 h 476"/>
                <a:gd name="T8" fmla="*/ 390 w 390"/>
                <a:gd name="T9" fmla="*/ 476 h 476"/>
                <a:gd name="T10" fmla="*/ 185 w 390"/>
                <a:gd name="T11" fmla="*/ 194 h 476"/>
                <a:gd name="T12" fmla="*/ 383 w 390"/>
                <a:gd name="T13" fmla="*/ 0 h 476"/>
                <a:gd name="T14" fmla="*/ 298 w 390"/>
                <a:gd name="T15" fmla="*/ 0 h 476"/>
                <a:gd name="T16" fmla="*/ 62 w 390"/>
                <a:gd name="T17" fmla="*/ 237 h 476"/>
                <a:gd name="T18" fmla="*/ 62 w 390"/>
                <a:gd name="T19" fmla="*/ 0 h 476"/>
                <a:gd name="T20" fmla="*/ 0 w 390"/>
                <a:gd name="T21" fmla="*/ 0 h 476"/>
                <a:gd name="T22" fmla="*/ 0 w 390"/>
                <a:gd name="T23" fmla="*/ 476 h 476"/>
                <a:gd name="T24" fmla="*/ 62 w 390"/>
                <a:gd name="T25" fmla="*/ 47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0" h="476">
                  <a:moveTo>
                    <a:pt x="62" y="476"/>
                  </a:moveTo>
                  <a:lnTo>
                    <a:pt x="62" y="310"/>
                  </a:lnTo>
                  <a:lnTo>
                    <a:pt x="140" y="235"/>
                  </a:lnTo>
                  <a:lnTo>
                    <a:pt x="308" y="476"/>
                  </a:lnTo>
                  <a:lnTo>
                    <a:pt x="390" y="476"/>
                  </a:lnTo>
                  <a:lnTo>
                    <a:pt x="185" y="194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2" y="237"/>
                  </a:lnTo>
                  <a:lnTo>
                    <a:pt x="62" y="0"/>
                  </a:lnTo>
                  <a:lnTo>
                    <a:pt x="0" y="0"/>
                  </a:lnTo>
                  <a:lnTo>
                    <a:pt x="0" y="476"/>
                  </a:lnTo>
                  <a:lnTo>
                    <a:pt x="6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83"/>
            <p:cNvSpPr>
              <a:spLocks noEditPoints="1"/>
            </p:cNvSpPr>
            <p:nvPr userDrawn="1"/>
          </p:nvSpPr>
          <p:spPr bwMode="black">
            <a:xfrm>
              <a:off x="3053" y="67"/>
              <a:ext cx="392" cy="473"/>
            </a:xfrm>
            <a:custGeom>
              <a:avLst/>
              <a:gdLst>
                <a:gd name="T0" fmla="*/ 72 w 166"/>
                <a:gd name="T1" fmla="*/ 200 h 200"/>
                <a:gd name="T2" fmla="*/ 105 w 166"/>
                <a:gd name="T3" fmla="*/ 197 h 200"/>
                <a:gd name="T4" fmla="*/ 128 w 166"/>
                <a:gd name="T5" fmla="*/ 187 h 200"/>
                <a:gd name="T6" fmla="*/ 147 w 166"/>
                <a:gd name="T7" fmla="*/ 169 h 200"/>
                <a:gd name="T8" fmla="*/ 160 w 166"/>
                <a:gd name="T9" fmla="*/ 140 h 200"/>
                <a:gd name="T10" fmla="*/ 166 w 166"/>
                <a:gd name="T11" fmla="*/ 99 h 200"/>
                <a:gd name="T12" fmla="*/ 158 w 166"/>
                <a:gd name="T13" fmla="*/ 52 h 200"/>
                <a:gd name="T14" fmla="*/ 134 w 166"/>
                <a:gd name="T15" fmla="*/ 17 h 200"/>
                <a:gd name="T16" fmla="*/ 105 w 166"/>
                <a:gd name="T17" fmla="*/ 3 h 200"/>
                <a:gd name="T18" fmla="*/ 69 w 166"/>
                <a:gd name="T19" fmla="*/ 0 h 200"/>
                <a:gd name="T20" fmla="*/ 0 w 166"/>
                <a:gd name="T21" fmla="*/ 0 h 200"/>
                <a:gd name="T22" fmla="*/ 0 w 166"/>
                <a:gd name="T23" fmla="*/ 200 h 200"/>
                <a:gd name="T24" fmla="*/ 72 w 166"/>
                <a:gd name="T25" fmla="*/ 200 h 200"/>
                <a:gd name="T26" fmla="*/ 27 w 166"/>
                <a:gd name="T27" fmla="*/ 24 h 200"/>
                <a:gd name="T28" fmla="*/ 69 w 166"/>
                <a:gd name="T29" fmla="*/ 24 h 200"/>
                <a:gd name="T30" fmla="*/ 103 w 166"/>
                <a:gd name="T31" fmla="*/ 28 h 200"/>
                <a:gd name="T32" fmla="*/ 128 w 166"/>
                <a:gd name="T33" fmla="*/ 51 h 200"/>
                <a:gd name="T34" fmla="*/ 138 w 166"/>
                <a:gd name="T35" fmla="*/ 99 h 200"/>
                <a:gd name="T36" fmla="*/ 133 w 166"/>
                <a:gd name="T37" fmla="*/ 137 h 200"/>
                <a:gd name="T38" fmla="*/ 118 w 166"/>
                <a:gd name="T39" fmla="*/ 163 h 200"/>
                <a:gd name="T40" fmla="*/ 100 w 166"/>
                <a:gd name="T41" fmla="*/ 173 h 200"/>
                <a:gd name="T42" fmla="*/ 69 w 166"/>
                <a:gd name="T43" fmla="*/ 177 h 200"/>
                <a:gd name="T44" fmla="*/ 27 w 166"/>
                <a:gd name="T45" fmla="*/ 177 h 200"/>
                <a:gd name="T46" fmla="*/ 27 w 166"/>
                <a:gd name="T47" fmla="*/ 2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200">
                  <a:moveTo>
                    <a:pt x="72" y="200"/>
                  </a:moveTo>
                  <a:cubicBezTo>
                    <a:pt x="84" y="200"/>
                    <a:pt x="95" y="199"/>
                    <a:pt x="105" y="197"/>
                  </a:cubicBezTo>
                  <a:cubicBezTo>
                    <a:pt x="114" y="195"/>
                    <a:pt x="122" y="191"/>
                    <a:pt x="128" y="187"/>
                  </a:cubicBezTo>
                  <a:cubicBezTo>
                    <a:pt x="135" y="183"/>
                    <a:pt x="141" y="177"/>
                    <a:pt x="147" y="169"/>
                  </a:cubicBezTo>
                  <a:cubicBezTo>
                    <a:pt x="152" y="161"/>
                    <a:pt x="157" y="151"/>
                    <a:pt x="160" y="140"/>
                  </a:cubicBezTo>
                  <a:cubicBezTo>
                    <a:pt x="164" y="128"/>
                    <a:pt x="166" y="114"/>
                    <a:pt x="166" y="99"/>
                  </a:cubicBezTo>
                  <a:cubicBezTo>
                    <a:pt x="166" y="81"/>
                    <a:pt x="163" y="66"/>
                    <a:pt x="158" y="52"/>
                  </a:cubicBezTo>
                  <a:cubicBezTo>
                    <a:pt x="153" y="38"/>
                    <a:pt x="145" y="26"/>
                    <a:pt x="134" y="17"/>
                  </a:cubicBezTo>
                  <a:cubicBezTo>
                    <a:pt x="126" y="11"/>
                    <a:pt x="116" y="6"/>
                    <a:pt x="105" y="3"/>
                  </a:cubicBezTo>
                  <a:cubicBezTo>
                    <a:pt x="97" y="1"/>
                    <a:pt x="85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2" y="200"/>
                  </a:lnTo>
                  <a:close/>
                  <a:moveTo>
                    <a:pt x="27" y="24"/>
                  </a:moveTo>
                  <a:cubicBezTo>
                    <a:pt x="69" y="24"/>
                    <a:pt x="69" y="24"/>
                    <a:pt x="69" y="24"/>
                  </a:cubicBezTo>
                  <a:cubicBezTo>
                    <a:pt x="84" y="24"/>
                    <a:pt x="96" y="25"/>
                    <a:pt x="103" y="28"/>
                  </a:cubicBezTo>
                  <a:cubicBezTo>
                    <a:pt x="113" y="32"/>
                    <a:pt x="121" y="39"/>
                    <a:pt x="128" y="51"/>
                  </a:cubicBezTo>
                  <a:cubicBezTo>
                    <a:pt x="135" y="62"/>
                    <a:pt x="138" y="78"/>
                    <a:pt x="138" y="99"/>
                  </a:cubicBezTo>
                  <a:cubicBezTo>
                    <a:pt x="138" y="114"/>
                    <a:pt x="137" y="127"/>
                    <a:pt x="133" y="137"/>
                  </a:cubicBezTo>
                  <a:cubicBezTo>
                    <a:pt x="130" y="148"/>
                    <a:pt x="125" y="156"/>
                    <a:pt x="118" y="163"/>
                  </a:cubicBezTo>
                  <a:cubicBezTo>
                    <a:pt x="114" y="167"/>
                    <a:pt x="108" y="171"/>
                    <a:pt x="100" y="173"/>
                  </a:cubicBezTo>
                  <a:cubicBezTo>
                    <a:pt x="93" y="176"/>
                    <a:pt x="83" y="177"/>
                    <a:pt x="69" y="177"/>
                  </a:cubicBezTo>
                  <a:cubicBezTo>
                    <a:pt x="27" y="177"/>
                    <a:pt x="27" y="177"/>
                    <a:pt x="27" y="177"/>
                  </a:cubicBezTo>
                  <a:lnTo>
                    <a:pt x="2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84"/>
            <p:cNvSpPr>
              <a:spLocks noEditPoints="1"/>
            </p:cNvSpPr>
            <p:nvPr userDrawn="1"/>
          </p:nvSpPr>
          <p:spPr bwMode="black">
            <a:xfrm>
              <a:off x="3471" y="67"/>
              <a:ext cx="445" cy="473"/>
            </a:xfrm>
            <a:custGeom>
              <a:avLst/>
              <a:gdLst>
                <a:gd name="T0" fmla="*/ 28 w 188"/>
                <a:gd name="T1" fmla="*/ 200 h 200"/>
                <a:gd name="T2" fmla="*/ 50 w 188"/>
                <a:gd name="T3" fmla="*/ 140 h 200"/>
                <a:gd name="T4" fmla="*/ 134 w 188"/>
                <a:gd name="T5" fmla="*/ 140 h 200"/>
                <a:gd name="T6" fmla="*/ 158 w 188"/>
                <a:gd name="T7" fmla="*/ 200 h 200"/>
                <a:gd name="T8" fmla="*/ 188 w 188"/>
                <a:gd name="T9" fmla="*/ 200 h 200"/>
                <a:gd name="T10" fmla="*/ 106 w 188"/>
                <a:gd name="T11" fmla="*/ 0 h 200"/>
                <a:gd name="T12" fmla="*/ 77 w 188"/>
                <a:gd name="T13" fmla="*/ 0 h 200"/>
                <a:gd name="T14" fmla="*/ 0 w 188"/>
                <a:gd name="T15" fmla="*/ 200 h 200"/>
                <a:gd name="T16" fmla="*/ 28 w 188"/>
                <a:gd name="T17" fmla="*/ 200 h 200"/>
                <a:gd name="T18" fmla="*/ 80 w 188"/>
                <a:gd name="T19" fmla="*/ 59 h 200"/>
                <a:gd name="T20" fmla="*/ 91 w 188"/>
                <a:gd name="T21" fmla="*/ 21 h 200"/>
                <a:gd name="T22" fmla="*/ 105 w 188"/>
                <a:gd name="T23" fmla="*/ 63 h 200"/>
                <a:gd name="T24" fmla="*/ 126 w 188"/>
                <a:gd name="T25" fmla="*/ 118 h 200"/>
                <a:gd name="T26" fmla="*/ 58 w 188"/>
                <a:gd name="T27" fmla="*/ 118 h 200"/>
                <a:gd name="T28" fmla="*/ 80 w 188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8" y="200"/>
                    <a:pt x="158" y="200"/>
                    <a:pt x="158" y="200"/>
                  </a:cubicBezTo>
                  <a:cubicBezTo>
                    <a:pt x="188" y="200"/>
                    <a:pt x="188" y="200"/>
                    <a:pt x="188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5" y="47"/>
                    <a:pt x="88" y="34"/>
                    <a:pt x="91" y="21"/>
                  </a:cubicBezTo>
                  <a:cubicBezTo>
                    <a:pt x="94" y="32"/>
                    <a:pt x="99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85"/>
            <p:cNvSpPr>
              <a:spLocks/>
            </p:cNvSpPr>
            <p:nvPr userDrawn="1"/>
          </p:nvSpPr>
          <p:spPr bwMode="black">
            <a:xfrm>
              <a:off x="3958" y="67"/>
              <a:ext cx="374" cy="473"/>
            </a:xfrm>
            <a:custGeom>
              <a:avLst/>
              <a:gdLst>
                <a:gd name="T0" fmla="*/ 59 w 374"/>
                <a:gd name="T1" fmla="*/ 473 h 473"/>
                <a:gd name="T2" fmla="*/ 59 w 374"/>
                <a:gd name="T3" fmla="*/ 102 h 473"/>
                <a:gd name="T4" fmla="*/ 308 w 374"/>
                <a:gd name="T5" fmla="*/ 473 h 473"/>
                <a:gd name="T6" fmla="*/ 374 w 374"/>
                <a:gd name="T7" fmla="*/ 473 h 473"/>
                <a:gd name="T8" fmla="*/ 374 w 374"/>
                <a:gd name="T9" fmla="*/ 0 h 473"/>
                <a:gd name="T10" fmla="*/ 312 w 374"/>
                <a:gd name="T11" fmla="*/ 0 h 473"/>
                <a:gd name="T12" fmla="*/ 312 w 374"/>
                <a:gd name="T13" fmla="*/ 371 h 473"/>
                <a:gd name="T14" fmla="*/ 64 w 374"/>
                <a:gd name="T15" fmla="*/ 0 h 473"/>
                <a:gd name="T16" fmla="*/ 0 w 374"/>
                <a:gd name="T17" fmla="*/ 0 h 473"/>
                <a:gd name="T18" fmla="*/ 0 w 374"/>
                <a:gd name="T19" fmla="*/ 473 h 473"/>
                <a:gd name="T20" fmla="*/ 59 w 374"/>
                <a:gd name="T21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4" h="473">
                  <a:moveTo>
                    <a:pt x="59" y="473"/>
                  </a:moveTo>
                  <a:lnTo>
                    <a:pt x="59" y="102"/>
                  </a:lnTo>
                  <a:lnTo>
                    <a:pt x="308" y="473"/>
                  </a:lnTo>
                  <a:lnTo>
                    <a:pt x="374" y="473"/>
                  </a:lnTo>
                  <a:lnTo>
                    <a:pt x="374" y="0"/>
                  </a:lnTo>
                  <a:lnTo>
                    <a:pt x="312" y="0"/>
                  </a:lnTo>
                  <a:lnTo>
                    <a:pt x="312" y="371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59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86"/>
            <p:cNvSpPr>
              <a:spLocks/>
            </p:cNvSpPr>
            <p:nvPr userDrawn="1"/>
          </p:nvSpPr>
          <p:spPr bwMode="black">
            <a:xfrm>
              <a:off x="4426" y="67"/>
              <a:ext cx="393" cy="473"/>
            </a:xfrm>
            <a:custGeom>
              <a:avLst/>
              <a:gdLst>
                <a:gd name="T0" fmla="*/ 64 w 393"/>
                <a:gd name="T1" fmla="*/ 473 h 473"/>
                <a:gd name="T2" fmla="*/ 64 w 393"/>
                <a:gd name="T3" fmla="*/ 310 h 473"/>
                <a:gd name="T4" fmla="*/ 140 w 393"/>
                <a:gd name="T5" fmla="*/ 234 h 473"/>
                <a:gd name="T6" fmla="*/ 310 w 393"/>
                <a:gd name="T7" fmla="*/ 473 h 473"/>
                <a:gd name="T8" fmla="*/ 393 w 393"/>
                <a:gd name="T9" fmla="*/ 473 h 473"/>
                <a:gd name="T10" fmla="*/ 185 w 393"/>
                <a:gd name="T11" fmla="*/ 191 h 473"/>
                <a:gd name="T12" fmla="*/ 383 w 393"/>
                <a:gd name="T13" fmla="*/ 0 h 473"/>
                <a:gd name="T14" fmla="*/ 298 w 393"/>
                <a:gd name="T15" fmla="*/ 0 h 473"/>
                <a:gd name="T16" fmla="*/ 64 w 393"/>
                <a:gd name="T17" fmla="*/ 236 h 473"/>
                <a:gd name="T18" fmla="*/ 64 w 393"/>
                <a:gd name="T19" fmla="*/ 0 h 473"/>
                <a:gd name="T20" fmla="*/ 0 w 393"/>
                <a:gd name="T21" fmla="*/ 0 h 473"/>
                <a:gd name="T22" fmla="*/ 0 w 393"/>
                <a:gd name="T23" fmla="*/ 473 h 473"/>
                <a:gd name="T24" fmla="*/ 64 w 393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3" h="473">
                  <a:moveTo>
                    <a:pt x="64" y="473"/>
                  </a:moveTo>
                  <a:lnTo>
                    <a:pt x="64" y="310"/>
                  </a:lnTo>
                  <a:lnTo>
                    <a:pt x="140" y="234"/>
                  </a:lnTo>
                  <a:lnTo>
                    <a:pt x="310" y="473"/>
                  </a:lnTo>
                  <a:lnTo>
                    <a:pt x="393" y="473"/>
                  </a:lnTo>
                  <a:lnTo>
                    <a:pt x="185" y="191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6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64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87"/>
            <p:cNvSpPr>
              <a:spLocks noEditPoints="1"/>
            </p:cNvSpPr>
            <p:nvPr userDrawn="1"/>
          </p:nvSpPr>
          <p:spPr bwMode="black">
            <a:xfrm>
              <a:off x="-1037" y="1936"/>
              <a:ext cx="433" cy="483"/>
            </a:xfrm>
            <a:custGeom>
              <a:avLst/>
              <a:gdLst>
                <a:gd name="T0" fmla="*/ 82 w 183"/>
                <a:gd name="T1" fmla="*/ 50 h 204"/>
                <a:gd name="T2" fmla="*/ 157 w 183"/>
                <a:gd name="T3" fmla="*/ 40 h 204"/>
                <a:gd name="T4" fmla="*/ 154 w 183"/>
                <a:gd name="T5" fmla="*/ 18 h 204"/>
                <a:gd name="T6" fmla="*/ 82 w 183"/>
                <a:gd name="T7" fmla="*/ 26 h 204"/>
                <a:gd name="T8" fmla="*/ 85 w 183"/>
                <a:gd name="T9" fmla="*/ 1 h 204"/>
                <a:gd name="T10" fmla="*/ 62 w 183"/>
                <a:gd name="T11" fmla="*/ 0 h 204"/>
                <a:gd name="T12" fmla="*/ 60 w 183"/>
                <a:gd name="T13" fmla="*/ 30 h 204"/>
                <a:gd name="T14" fmla="*/ 11 w 183"/>
                <a:gd name="T15" fmla="*/ 36 h 204"/>
                <a:gd name="T16" fmla="*/ 13 w 183"/>
                <a:gd name="T17" fmla="*/ 57 h 204"/>
                <a:gd name="T18" fmla="*/ 60 w 183"/>
                <a:gd name="T19" fmla="*/ 52 h 204"/>
                <a:gd name="T20" fmla="*/ 60 w 183"/>
                <a:gd name="T21" fmla="*/ 77 h 204"/>
                <a:gd name="T22" fmla="*/ 16 w 183"/>
                <a:gd name="T23" fmla="*/ 104 h 204"/>
                <a:gd name="T24" fmla="*/ 0 w 183"/>
                <a:gd name="T25" fmla="*/ 146 h 204"/>
                <a:gd name="T26" fmla="*/ 11 w 183"/>
                <a:gd name="T27" fmla="*/ 175 h 204"/>
                <a:gd name="T28" fmla="*/ 39 w 183"/>
                <a:gd name="T29" fmla="*/ 186 h 204"/>
                <a:gd name="T30" fmla="*/ 75 w 183"/>
                <a:gd name="T31" fmla="*/ 176 h 204"/>
                <a:gd name="T32" fmla="*/ 78 w 183"/>
                <a:gd name="T33" fmla="*/ 185 h 204"/>
                <a:gd name="T34" fmla="*/ 100 w 183"/>
                <a:gd name="T35" fmla="*/ 176 h 204"/>
                <a:gd name="T36" fmla="*/ 94 w 183"/>
                <a:gd name="T37" fmla="*/ 162 h 204"/>
                <a:gd name="T38" fmla="*/ 134 w 183"/>
                <a:gd name="T39" fmla="*/ 96 h 204"/>
                <a:gd name="T40" fmla="*/ 154 w 183"/>
                <a:gd name="T41" fmla="*/ 111 h 204"/>
                <a:gd name="T42" fmla="*/ 161 w 183"/>
                <a:gd name="T43" fmla="*/ 133 h 204"/>
                <a:gd name="T44" fmla="*/ 107 w 183"/>
                <a:gd name="T45" fmla="*/ 184 h 204"/>
                <a:gd name="T46" fmla="*/ 120 w 183"/>
                <a:gd name="T47" fmla="*/ 204 h 204"/>
                <a:gd name="T48" fmla="*/ 166 w 183"/>
                <a:gd name="T49" fmla="*/ 173 h 204"/>
                <a:gd name="T50" fmla="*/ 183 w 183"/>
                <a:gd name="T51" fmla="*/ 131 h 204"/>
                <a:gd name="T52" fmla="*/ 161 w 183"/>
                <a:gd name="T53" fmla="*/ 87 h 204"/>
                <a:gd name="T54" fmla="*/ 109 w 183"/>
                <a:gd name="T55" fmla="*/ 69 h 204"/>
                <a:gd name="T56" fmla="*/ 82 w 183"/>
                <a:gd name="T57" fmla="*/ 72 h 204"/>
                <a:gd name="T58" fmla="*/ 82 w 183"/>
                <a:gd name="T59" fmla="*/ 50 h 204"/>
                <a:gd name="T60" fmla="*/ 88 w 183"/>
                <a:gd name="T61" fmla="*/ 136 h 204"/>
                <a:gd name="T62" fmla="*/ 84 w 183"/>
                <a:gd name="T63" fmla="*/ 94 h 204"/>
                <a:gd name="T64" fmla="*/ 106 w 183"/>
                <a:gd name="T65" fmla="*/ 92 h 204"/>
                <a:gd name="T66" fmla="*/ 112 w 183"/>
                <a:gd name="T67" fmla="*/ 92 h 204"/>
                <a:gd name="T68" fmla="*/ 88 w 183"/>
                <a:gd name="T69" fmla="*/ 136 h 204"/>
                <a:gd name="T70" fmla="*/ 42 w 183"/>
                <a:gd name="T71" fmla="*/ 163 h 204"/>
                <a:gd name="T72" fmla="*/ 27 w 183"/>
                <a:gd name="T73" fmla="*/ 158 h 204"/>
                <a:gd name="T74" fmla="*/ 22 w 183"/>
                <a:gd name="T75" fmla="*/ 144 h 204"/>
                <a:gd name="T76" fmla="*/ 33 w 183"/>
                <a:gd name="T77" fmla="*/ 118 h 204"/>
                <a:gd name="T78" fmla="*/ 62 w 183"/>
                <a:gd name="T79" fmla="*/ 99 h 204"/>
                <a:gd name="T80" fmla="*/ 68 w 183"/>
                <a:gd name="T81" fmla="*/ 154 h 204"/>
                <a:gd name="T82" fmla="*/ 42 w 183"/>
                <a:gd name="T83" fmla="*/ 163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3" h="204">
                  <a:moveTo>
                    <a:pt x="82" y="5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4" y="18"/>
                    <a:pt x="154" y="18"/>
                    <a:pt x="154" y="18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3" y="15"/>
                    <a:pt x="84" y="7"/>
                    <a:pt x="85" y="1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60" y="52"/>
                    <a:pt x="60" y="52"/>
                    <a:pt x="60" y="52"/>
                  </a:cubicBezTo>
                  <a:cubicBezTo>
                    <a:pt x="60" y="63"/>
                    <a:pt x="60" y="71"/>
                    <a:pt x="60" y="77"/>
                  </a:cubicBezTo>
                  <a:cubicBezTo>
                    <a:pt x="42" y="83"/>
                    <a:pt x="27" y="92"/>
                    <a:pt x="16" y="104"/>
                  </a:cubicBezTo>
                  <a:cubicBezTo>
                    <a:pt x="5" y="117"/>
                    <a:pt x="0" y="131"/>
                    <a:pt x="0" y="146"/>
                  </a:cubicBezTo>
                  <a:cubicBezTo>
                    <a:pt x="0" y="158"/>
                    <a:pt x="4" y="167"/>
                    <a:pt x="11" y="175"/>
                  </a:cubicBezTo>
                  <a:cubicBezTo>
                    <a:pt x="19" y="183"/>
                    <a:pt x="28" y="186"/>
                    <a:pt x="39" y="186"/>
                  </a:cubicBezTo>
                  <a:cubicBezTo>
                    <a:pt x="52" y="186"/>
                    <a:pt x="64" y="183"/>
                    <a:pt x="75" y="176"/>
                  </a:cubicBezTo>
                  <a:cubicBezTo>
                    <a:pt x="78" y="185"/>
                    <a:pt x="78" y="185"/>
                    <a:pt x="78" y="185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7" y="171"/>
                    <a:pt x="95" y="167"/>
                    <a:pt x="94" y="162"/>
                  </a:cubicBezTo>
                  <a:cubicBezTo>
                    <a:pt x="110" y="149"/>
                    <a:pt x="124" y="127"/>
                    <a:pt x="134" y="96"/>
                  </a:cubicBezTo>
                  <a:cubicBezTo>
                    <a:pt x="142" y="99"/>
                    <a:pt x="149" y="104"/>
                    <a:pt x="154" y="111"/>
                  </a:cubicBezTo>
                  <a:cubicBezTo>
                    <a:pt x="159" y="117"/>
                    <a:pt x="161" y="125"/>
                    <a:pt x="161" y="133"/>
                  </a:cubicBezTo>
                  <a:cubicBezTo>
                    <a:pt x="161" y="152"/>
                    <a:pt x="143" y="169"/>
                    <a:pt x="107" y="18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38" y="197"/>
                    <a:pt x="154" y="186"/>
                    <a:pt x="166" y="173"/>
                  </a:cubicBezTo>
                  <a:cubicBezTo>
                    <a:pt x="177" y="159"/>
                    <a:pt x="183" y="146"/>
                    <a:pt x="183" y="131"/>
                  </a:cubicBezTo>
                  <a:cubicBezTo>
                    <a:pt x="183" y="113"/>
                    <a:pt x="176" y="98"/>
                    <a:pt x="161" y="87"/>
                  </a:cubicBezTo>
                  <a:cubicBezTo>
                    <a:pt x="146" y="75"/>
                    <a:pt x="129" y="69"/>
                    <a:pt x="109" y="69"/>
                  </a:cubicBezTo>
                  <a:cubicBezTo>
                    <a:pt x="97" y="69"/>
                    <a:pt x="88" y="70"/>
                    <a:pt x="82" y="72"/>
                  </a:cubicBezTo>
                  <a:lnTo>
                    <a:pt x="82" y="50"/>
                  </a:lnTo>
                  <a:close/>
                  <a:moveTo>
                    <a:pt x="88" y="136"/>
                  </a:moveTo>
                  <a:cubicBezTo>
                    <a:pt x="86" y="126"/>
                    <a:pt x="85" y="112"/>
                    <a:pt x="84" y="94"/>
                  </a:cubicBezTo>
                  <a:cubicBezTo>
                    <a:pt x="91" y="93"/>
                    <a:pt x="98" y="92"/>
                    <a:pt x="106" y="92"/>
                  </a:cubicBezTo>
                  <a:cubicBezTo>
                    <a:pt x="109" y="92"/>
                    <a:pt x="111" y="92"/>
                    <a:pt x="112" y="92"/>
                  </a:cubicBezTo>
                  <a:cubicBezTo>
                    <a:pt x="104" y="114"/>
                    <a:pt x="96" y="128"/>
                    <a:pt x="88" y="136"/>
                  </a:cubicBezTo>
                  <a:close/>
                  <a:moveTo>
                    <a:pt x="42" y="163"/>
                  </a:moveTo>
                  <a:cubicBezTo>
                    <a:pt x="36" y="163"/>
                    <a:pt x="31" y="162"/>
                    <a:pt x="27" y="158"/>
                  </a:cubicBezTo>
                  <a:cubicBezTo>
                    <a:pt x="24" y="154"/>
                    <a:pt x="22" y="150"/>
                    <a:pt x="22" y="144"/>
                  </a:cubicBezTo>
                  <a:cubicBezTo>
                    <a:pt x="22" y="135"/>
                    <a:pt x="26" y="126"/>
                    <a:pt x="33" y="118"/>
                  </a:cubicBezTo>
                  <a:cubicBezTo>
                    <a:pt x="41" y="109"/>
                    <a:pt x="50" y="103"/>
                    <a:pt x="62" y="99"/>
                  </a:cubicBezTo>
                  <a:cubicBezTo>
                    <a:pt x="62" y="115"/>
                    <a:pt x="65" y="133"/>
                    <a:pt x="68" y="154"/>
                  </a:cubicBezTo>
                  <a:cubicBezTo>
                    <a:pt x="58" y="160"/>
                    <a:pt x="50" y="163"/>
                    <a:pt x="42" y="1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88"/>
            <p:cNvSpPr>
              <a:spLocks noEditPoints="1"/>
            </p:cNvSpPr>
            <p:nvPr userDrawn="1"/>
          </p:nvSpPr>
          <p:spPr bwMode="black">
            <a:xfrm>
              <a:off x="-526" y="1941"/>
              <a:ext cx="338" cy="492"/>
            </a:xfrm>
            <a:custGeom>
              <a:avLst/>
              <a:gdLst>
                <a:gd name="T0" fmla="*/ 117 w 143"/>
                <a:gd name="T1" fmla="*/ 2 h 208"/>
                <a:gd name="T2" fmla="*/ 120 w 143"/>
                <a:gd name="T3" fmla="*/ 66 h 208"/>
                <a:gd name="T4" fmla="*/ 117 w 143"/>
                <a:gd name="T5" fmla="*/ 117 h 208"/>
                <a:gd name="T6" fmla="*/ 102 w 143"/>
                <a:gd name="T7" fmla="*/ 158 h 208"/>
                <a:gd name="T8" fmla="*/ 68 w 143"/>
                <a:gd name="T9" fmla="*/ 189 h 208"/>
                <a:gd name="T10" fmla="*/ 84 w 143"/>
                <a:gd name="T11" fmla="*/ 208 h 208"/>
                <a:gd name="T12" fmla="*/ 128 w 143"/>
                <a:gd name="T13" fmla="*/ 160 h 208"/>
                <a:gd name="T14" fmla="*/ 143 w 143"/>
                <a:gd name="T15" fmla="*/ 67 h 208"/>
                <a:gd name="T16" fmla="*/ 140 w 143"/>
                <a:gd name="T17" fmla="*/ 0 h 208"/>
                <a:gd name="T18" fmla="*/ 117 w 143"/>
                <a:gd name="T19" fmla="*/ 2 h 208"/>
                <a:gd name="T20" fmla="*/ 39 w 143"/>
                <a:gd name="T21" fmla="*/ 68 h 208"/>
                <a:gd name="T22" fmla="*/ 25 w 143"/>
                <a:gd name="T23" fmla="*/ 98 h 208"/>
                <a:gd name="T24" fmla="*/ 25 w 143"/>
                <a:gd name="T25" fmla="*/ 98 h 208"/>
                <a:gd name="T26" fmla="*/ 22 w 143"/>
                <a:gd name="T27" fmla="*/ 57 h 208"/>
                <a:gd name="T28" fmla="*/ 27 w 143"/>
                <a:gd name="T29" fmla="*/ 10 h 208"/>
                <a:gd name="T30" fmla="*/ 5 w 143"/>
                <a:gd name="T31" fmla="*/ 6 h 208"/>
                <a:gd name="T32" fmla="*/ 0 w 143"/>
                <a:gd name="T33" fmla="*/ 57 h 208"/>
                <a:gd name="T34" fmla="*/ 4 w 143"/>
                <a:gd name="T35" fmla="*/ 104 h 208"/>
                <a:gd name="T36" fmla="*/ 14 w 143"/>
                <a:gd name="T37" fmla="*/ 155 h 208"/>
                <a:gd name="T38" fmla="*/ 30 w 143"/>
                <a:gd name="T39" fmla="*/ 155 h 208"/>
                <a:gd name="T40" fmla="*/ 56 w 143"/>
                <a:gd name="T41" fmla="*/ 78 h 208"/>
                <a:gd name="T42" fmla="*/ 39 w 143"/>
                <a:gd name="T43" fmla="*/ 6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" h="208">
                  <a:moveTo>
                    <a:pt x="117" y="2"/>
                  </a:moveTo>
                  <a:cubicBezTo>
                    <a:pt x="119" y="19"/>
                    <a:pt x="120" y="40"/>
                    <a:pt x="120" y="66"/>
                  </a:cubicBezTo>
                  <a:cubicBezTo>
                    <a:pt x="120" y="85"/>
                    <a:pt x="119" y="103"/>
                    <a:pt x="117" y="117"/>
                  </a:cubicBezTo>
                  <a:cubicBezTo>
                    <a:pt x="114" y="132"/>
                    <a:pt x="109" y="145"/>
                    <a:pt x="102" y="158"/>
                  </a:cubicBezTo>
                  <a:cubicBezTo>
                    <a:pt x="94" y="170"/>
                    <a:pt x="83" y="181"/>
                    <a:pt x="68" y="189"/>
                  </a:cubicBezTo>
                  <a:cubicBezTo>
                    <a:pt x="84" y="208"/>
                    <a:pt x="84" y="208"/>
                    <a:pt x="84" y="208"/>
                  </a:cubicBezTo>
                  <a:cubicBezTo>
                    <a:pt x="104" y="196"/>
                    <a:pt x="118" y="180"/>
                    <a:pt x="128" y="160"/>
                  </a:cubicBezTo>
                  <a:cubicBezTo>
                    <a:pt x="138" y="140"/>
                    <a:pt x="143" y="109"/>
                    <a:pt x="143" y="67"/>
                  </a:cubicBezTo>
                  <a:cubicBezTo>
                    <a:pt x="143" y="49"/>
                    <a:pt x="142" y="27"/>
                    <a:pt x="140" y="0"/>
                  </a:cubicBezTo>
                  <a:lnTo>
                    <a:pt x="117" y="2"/>
                  </a:lnTo>
                  <a:close/>
                  <a:moveTo>
                    <a:pt x="39" y="68"/>
                  </a:moveTo>
                  <a:cubicBezTo>
                    <a:pt x="34" y="75"/>
                    <a:pt x="30" y="85"/>
                    <a:pt x="25" y="98"/>
                  </a:cubicBezTo>
                  <a:cubicBezTo>
                    <a:pt x="25" y="98"/>
                    <a:pt x="25" y="98"/>
                    <a:pt x="25" y="98"/>
                  </a:cubicBezTo>
                  <a:cubicBezTo>
                    <a:pt x="23" y="82"/>
                    <a:pt x="22" y="68"/>
                    <a:pt x="22" y="57"/>
                  </a:cubicBezTo>
                  <a:cubicBezTo>
                    <a:pt x="22" y="38"/>
                    <a:pt x="24" y="23"/>
                    <a:pt x="27" y="10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2" y="18"/>
                    <a:pt x="0" y="35"/>
                    <a:pt x="0" y="57"/>
                  </a:cubicBezTo>
                  <a:cubicBezTo>
                    <a:pt x="0" y="69"/>
                    <a:pt x="2" y="85"/>
                    <a:pt x="4" y="104"/>
                  </a:cubicBezTo>
                  <a:cubicBezTo>
                    <a:pt x="7" y="124"/>
                    <a:pt x="10" y="141"/>
                    <a:pt x="14" y="155"/>
                  </a:cubicBezTo>
                  <a:cubicBezTo>
                    <a:pt x="30" y="155"/>
                    <a:pt x="30" y="155"/>
                    <a:pt x="30" y="155"/>
                  </a:cubicBezTo>
                  <a:cubicBezTo>
                    <a:pt x="34" y="129"/>
                    <a:pt x="43" y="103"/>
                    <a:pt x="56" y="78"/>
                  </a:cubicBezTo>
                  <a:lnTo>
                    <a:pt x="39" y="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89"/>
            <p:cNvSpPr>
              <a:spLocks noEditPoints="1"/>
            </p:cNvSpPr>
            <p:nvPr userDrawn="1"/>
          </p:nvSpPr>
          <p:spPr bwMode="black">
            <a:xfrm>
              <a:off x="-91" y="1915"/>
              <a:ext cx="511" cy="488"/>
            </a:xfrm>
            <a:custGeom>
              <a:avLst/>
              <a:gdLst>
                <a:gd name="T0" fmla="*/ 205 w 216"/>
                <a:gd name="T1" fmla="*/ 0 h 206"/>
                <a:gd name="T2" fmla="*/ 187 w 216"/>
                <a:gd name="T3" fmla="*/ 8 h 206"/>
                <a:gd name="T4" fmla="*/ 199 w 216"/>
                <a:gd name="T5" fmla="*/ 40 h 206"/>
                <a:gd name="T6" fmla="*/ 216 w 216"/>
                <a:gd name="T7" fmla="*/ 33 h 206"/>
                <a:gd name="T8" fmla="*/ 205 w 216"/>
                <a:gd name="T9" fmla="*/ 0 h 206"/>
                <a:gd name="T10" fmla="*/ 102 w 216"/>
                <a:gd name="T11" fmla="*/ 8 h 206"/>
                <a:gd name="T12" fmla="*/ 80 w 216"/>
                <a:gd name="T13" fmla="*/ 3 h 206"/>
                <a:gd name="T14" fmla="*/ 66 w 216"/>
                <a:gd name="T15" fmla="*/ 55 h 206"/>
                <a:gd name="T16" fmla="*/ 18 w 216"/>
                <a:gd name="T17" fmla="*/ 60 h 206"/>
                <a:gd name="T18" fmla="*/ 21 w 216"/>
                <a:gd name="T19" fmla="*/ 83 h 206"/>
                <a:gd name="T20" fmla="*/ 59 w 216"/>
                <a:gd name="T21" fmla="*/ 78 h 206"/>
                <a:gd name="T22" fmla="*/ 0 w 216"/>
                <a:gd name="T23" fmla="*/ 184 h 206"/>
                <a:gd name="T24" fmla="*/ 21 w 216"/>
                <a:gd name="T25" fmla="*/ 196 h 206"/>
                <a:gd name="T26" fmla="*/ 48 w 216"/>
                <a:gd name="T27" fmla="*/ 157 h 206"/>
                <a:gd name="T28" fmla="*/ 82 w 216"/>
                <a:gd name="T29" fmla="*/ 76 h 206"/>
                <a:gd name="T30" fmla="*/ 93 w 216"/>
                <a:gd name="T31" fmla="*/ 76 h 206"/>
                <a:gd name="T32" fmla="*/ 109 w 216"/>
                <a:gd name="T33" fmla="*/ 79 h 206"/>
                <a:gd name="T34" fmla="*/ 118 w 216"/>
                <a:gd name="T35" fmla="*/ 88 h 206"/>
                <a:gd name="T36" fmla="*/ 120 w 216"/>
                <a:gd name="T37" fmla="*/ 105 h 206"/>
                <a:gd name="T38" fmla="*/ 117 w 216"/>
                <a:gd name="T39" fmla="*/ 154 h 206"/>
                <a:gd name="T40" fmla="*/ 108 w 216"/>
                <a:gd name="T41" fmla="*/ 179 h 206"/>
                <a:gd name="T42" fmla="*/ 95 w 216"/>
                <a:gd name="T43" fmla="*/ 185 h 206"/>
                <a:gd name="T44" fmla="*/ 71 w 216"/>
                <a:gd name="T45" fmla="*/ 179 h 206"/>
                <a:gd name="T46" fmla="*/ 68 w 216"/>
                <a:gd name="T47" fmla="*/ 202 h 206"/>
                <a:gd name="T48" fmla="*/ 94 w 216"/>
                <a:gd name="T49" fmla="*/ 206 h 206"/>
                <a:gd name="T50" fmla="*/ 121 w 216"/>
                <a:gd name="T51" fmla="*/ 199 h 206"/>
                <a:gd name="T52" fmla="*/ 137 w 216"/>
                <a:gd name="T53" fmla="*/ 165 h 206"/>
                <a:gd name="T54" fmla="*/ 142 w 216"/>
                <a:gd name="T55" fmla="*/ 106 h 206"/>
                <a:gd name="T56" fmla="*/ 141 w 216"/>
                <a:gd name="T57" fmla="*/ 89 h 206"/>
                <a:gd name="T58" fmla="*/ 137 w 216"/>
                <a:gd name="T59" fmla="*/ 75 h 206"/>
                <a:gd name="T60" fmla="*/ 125 w 216"/>
                <a:gd name="T61" fmla="*/ 62 h 206"/>
                <a:gd name="T62" fmla="*/ 108 w 216"/>
                <a:gd name="T63" fmla="*/ 56 h 206"/>
                <a:gd name="T64" fmla="*/ 89 w 216"/>
                <a:gd name="T65" fmla="*/ 55 h 206"/>
                <a:gd name="T66" fmla="*/ 102 w 216"/>
                <a:gd name="T67" fmla="*/ 8 h 206"/>
                <a:gd name="T68" fmla="*/ 178 w 216"/>
                <a:gd name="T69" fmla="*/ 10 h 206"/>
                <a:gd name="T70" fmla="*/ 160 w 216"/>
                <a:gd name="T71" fmla="*/ 17 h 206"/>
                <a:gd name="T72" fmla="*/ 172 w 216"/>
                <a:gd name="T73" fmla="*/ 50 h 206"/>
                <a:gd name="T74" fmla="*/ 189 w 216"/>
                <a:gd name="T75" fmla="*/ 43 h 206"/>
                <a:gd name="T76" fmla="*/ 178 w 216"/>
                <a:gd name="T77" fmla="*/ 10 h 206"/>
                <a:gd name="T78" fmla="*/ 146 w 216"/>
                <a:gd name="T79" fmla="*/ 23 h 206"/>
                <a:gd name="T80" fmla="*/ 124 w 216"/>
                <a:gd name="T81" fmla="*/ 33 h 206"/>
                <a:gd name="T82" fmla="*/ 153 w 216"/>
                <a:gd name="T83" fmla="*/ 105 h 206"/>
                <a:gd name="T84" fmla="*/ 176 w 216"/>
                <a:gd name="T85" fmla="*/ 99 h 206"/>
                <a:gd name="T86" fmla="*/ 146 w 216"/>
                <a:gd name="T87" fmla="*/ 23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6" h="206">
                  <a:moveTo>
                    <a:pt x="205" y="0"/>
                  </a:moveTo>
                  <a:cubicBezTo>
                    <a:pt x="187" y="8"/>
                    <a:pt x="187" y="8"/>
                    <a:pt x="187" y="8"/>
                  </a:cubicBezTo>
                  <a:cubicBezTo>
                    <a:pt x="192" y="16"/>
                    <a:pt x="196" y="27"/>
                    <a:pt x="199" y="40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3" y="20"/>
                    <a:pt x="210" y="9"/>
                    <a:pt x="205" y="0"/>
                  </a:cubicBezTo>
                  <a:close/>
                  <a:moveTo>
                    <a:pt x="102" y="8"/>
                  </a:moveTo>
                  <a:cubicBezTo>
                    <a:pt x="80" y="3"/>
                    <a:pt x="80" y="3"/>
                    <a:pt x="80" y="3"/>
                  </a:cubicBezTo>
                  <a:cubicBezTo>
                    <a:pt x="79" y="13"/>
                    <a:pt x="74" y="31"/>
                    <a:pt x="66" y="55"/>
                  </a:cubicBezTo>
                  <a:cubicBezTo>
                    <a:pt x="55" y="56"/>
                    <a:pt x="39" y="57"/>
                    <a:pt x="18" y="60"/>
                  </a:cubicBezTo>
                  <a:cubicBezTo>
                    <a:pt x="21" y="83"/>
                    <a:pt x="21" y="83"/>
                    <a:pt x="21" y="83"/>
                  </a:cubicBezTo>
                  <a:cubicBezTo>
                    <a:pt x="33" y="81"/>
                    <a:pt x="46" y="79"/>
                    <a:pt x="59" y="78"/>
                  </a:cubicBezTo>
                  <a:cubicBezTo>
                    <a:pt x="41" y="129"/>
                    <a:pt x="21" y="165"/>
                    <a:pt x="0" y="184"/>
                  </a:cubicBezTo>
                  <a:cubicBezTo>
                    <a:pt x="21" y="196"/>
                    <a:pt x="21" y="196"/>
                    <a:pt x="21" y="196"/>
                  </a:cubicBezTo>
                  <a:cubicBezTo>
                    <a:pt x="29" y="187"/>
                    <a:pt x="38" y="173"/>
                    <a:pt x="48" y="157"/>
                  </a:cubicBezTo>
                  <a:cubicBezTo>
                    <a:pt x="57" y="140"/>
                    <a:pt x="69" y="113"/>
                    <a:pt x="82" y="76"/>
                  </a:cubicBezTo>
                  <a:cubicBezTo>
                    <a:pt x="93" y="76"/>
                    <a:pt x="93" y="76"/>
                    <a:pt x="93" y="76"/>
                  </a:cubicBezTo>
                  <a:cubicBezTo>
                    <a:pt x="99" y="76"/>
                    <a:pt x="104" y="77"/>
                    <a:pt x="109" y="79"/>
                  </a:cubicBezTo>
                  <a:cubicBezTo>
                    <a:pt x="114" y="81"/>
                    <a:pt x="117" y="84"/>
                    <a:pt x="118" y="88"/>
                  </a:cubicBezTo>
                  <a:cubicBezTo>
                    <a:pt x="120" y="91"/>
                    <a:pt x="120" y="97"/>
                    <a:pt x="120" y="105"/>
                  </a:cubicBezTo>
                  <a:cubicBezTo>
                    <a:pt x="120" y="125"/>
                    <a:pt x="119" y="141"/>
                    <a:pt x="117" y="154"/>
                  </a:cubicBezTo>
                  <a:cubicBezTo>
                    <a:pt x="115" y="168"/>
                    <a:pt x="112" y="176"/>
                    <a:pt x="108" y="179"/>
                  </a:cubicBezTo>
                  <a:cubicBezTo>
                    <a:pt x="104" y="183"/>
                    <a:pt x="100" y="185"/>
                    <a:pt x="95" y="185"/>
                  </a:cubicBezTo>
                  <a:cubicBezTo>
                    <a:pt x="89" y="185"/>
                    <a:pt x="81" y="183"/>
                    <a:pt x="71" y="179"/>
                  </a:cubicBezTo>
                  <a:cubicBezTo>
                    <a:pt x="68" y="202"/>
                    <a:pt x="68" y="202"/>
                    <a:pt x="68" y="202"/>
                  </a:cubicBezTo>
                  <a:cubicBezTo>
                    <a:pt x="79" y="205"/>
                    <a:pt x="88" y="206"/>
                    <a:pt x="94" y="206"/>
                  </a:cubicBezTo>
                  <a:cubicBezTo>
                    <a:pt x="105" y="206"/>
                    <a:pt x="114" y="204"/>
                    <a:pt x="121" y="199"/>
                  </a:cubicBezTo>
                  <a:cubicBezTo>
                    <a:pt x="128" y="193"/>
                    <a:pt x="133" y="182"/>
                    <a:pt x="137" y="165"/>
                  </a:cubicBezTo>
                  <a:cubicBezTo>
                    <a:pt x="140" y="147"/>
                    <a:pt x="142" y="128"/>
                    <a:pt x="142" y="106"/>
                  </a:cubicBezTo>
                  <a:cubicBezTo>
                    <a:pt x="142" y="99"/>
                    <a:pt x="142" y="93"/>
                    <a:pt x="141" y="89"/>
                  </a:cubicBezTo>
                  <a:cubicBezTo>
                    <a:pt x="141" y="84"/>
                    <a:pt x="139" y="80"/>
                    <a:pt x="137" y="75"/>
                  </a:cubicBezTo>
                  <a:cubicBezTo>
                    <a:pt x="135" y="70"/>
                    <a:pt x="131" y="66"/>
                    <a:pt x="125" y="62"/>
                  </a:cubicBezTo>
                  <a:cubicBezTo>
                    <a:pt x="120" y="59"/>
                    <a:pt x="114" y="57"/>
                    <a:pt x="108" y="56"/>
                  </a:cubicBezTo>
                  <a:cubicBezTo>
                    <a:pt x="102" y="55"/>
                    <a:pt x="96" y="55"/>
                    <a:pt x="89" y="55"/>
                  </a:cubicBezTo>
                  <a:cubicBezTo>
                    <a:pt x="93" y="42"/>
                    <a:pt x="97" y="26"/>
                    <a:pt x="102" y="8"/>
                  </a:cubicBezTo>
                  <a:close/>
                  <a:moveTo>
                    <a:pt x="178" y="10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65" y="26"/>
                    <a:pt x="169" y="37"/>
                    <a:pt x="172" y="50"/>
                  </a:cubicBezTo>
                  <a:cubicBezTo>
                    <a:pt x="189" y="43"/>
                    <a:pt x="189" y="43"/>
                    <a:pt x="189" y="43"/>
                  </a:cubicBezTo>
                  <a:cubicBezTo>
                    <a:pt x="186" y="30"/>
                    <a:pt x="183" y="19"/>
                    <a:pt x="178" y="10"/>
                  </a:cubicBezTo>
                  <a:close/>
                  <a:moveTo>
                    <a:pt x="146" y="23"/>
                  </a:moveTo>
                  <a:cubicBezTo>
                    <a:pt x="124" y="33"/>
                    <a:pt x="124" y="33"/>
                    <a:pt x="124" y="33"/>
                  </a:cubicBezTo>
                  <a:cubicBezTo>
                    <a:pt x="140" y="53"/>
                    <a:pt x="150" y="77"/>
                    <a:pt x="153" y="105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73" y="74"/>
                    <a:pt x="163" y="49"/>
                    <a:pt x="146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90"/>
            <p:cNvSpPr>
              <a:spLocks/>
            </p:cNvSpPr>
            <p:nvPr userDrawn="1"/>
          </p:nvSpPr>
          <p:spPr bwMode="black">
            <a:xfrm>
              <a:off x="481" y="1939"/>
              <a:ext cx="381" cy="440"/>
            </a:xfrm>
            <a:custGeom>
              <a:avLst/>
              <a:gdLst>
                <a:gd name="T0" fmla="*/ 157 w 161"/>
                <a:gd name="T1" fmla="*/ 159 h 186"/>
                <a:gd name="T2" fmla="*/ 96 w 161"/>
                <a:gd name="T3" fmla="*/ 165 h 186"/>
                <a:gd name="T4" fmla="*/ 43 w 161"/>
                <a:gd name="T5" fmla="*/ 158 h 186"/>
                <a:gd name="T6" fmla="*/ 23 w 161"/>
                <a:gd name="T7" fmla="*/ 138 h 186"/>
                <a:gd name="T8" fmla="*/ 35 w 161"/>
                <a:gd name="T9" fmla="*/ 111 h 186"/>
                <a:gd name="T10" fmla="*/ 77 w 161"/>
                <a:gd name="T11" fmla="*/ 88 h 186"/>
                <a:gd name="T12" fmla="*/ 146 w 161"/>
                <a:gd name="T13" fmla="*/ 73 h 186"/>
                <a:gd name="T14" fmla="*/ 140 w 161"/>
                <a:gd name="T15" fmla="*/ 50 h 186"/>
                <a:gd name="T16" fmla="*/ 64 w 161"/>
                <a:gd name="T17" fmla="*/ 69 h 186"/>
                <a:gd name="T18" fmla="*/ 54 w 161"/>
                <a:gd name="T19" fmla="*/ 0 h 186"/>
                <a:gd name="T20" fmla="*/ 29 w 161"/>
                <a:gd name="T21" fmla="*/ 4 h 186"/>
                <a:gd name="T22" fmla="*/ 43 w 161"/>
                <a:gd name="T23" fmla="*/ 79 h 186"/>
                <a:gd name="T24" fmla="*/ 12 w 161"/>
                <a:gd name="T25" fmla="*/ 104 h 186"/>
                <a:gd name="T26" fmla="*/ 0 w 161"/>
                <a:gd name="T27" fmla="*/ 137 h 186"/>
                <a:gd name="T28" fmla="*/ 20 w 161"/>
                <a:gd name="T29" fmla="*/ 173 h 186"/>
                <a:gd name="T30" fmla="*/ 107 w 161"/>
                <a:gd name="T31" fmla="*/ 186 h 186"/>
                <a:gd name="T32" fmla="*/ 161 w 161"/>
                <a:gd name="T33" fmla="*/ 184 h 186"/>
                <a:gd name="T34" fmla="*/ 157 w 161"/>
                <a:gd name="T35" fmla="*/ 159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1" h="186">
                  <a:moveTo>
                    <a:pt x="157" y="159"/>
                  </a:moveTo>
                  <a:cubicBezTo>
                    <a:pt x="137" y="163"/>
                    <a:pt x="117" y="165"/>
                    <a:pt x="96" y="165"/>
                  </a:cubicBezTo>
                  <a:cubicBezTo>
                    <a:pt x="74" y="165"/>
                    <a:pt x="56" y="163"/>
                    <a:pt x="43" y="158"/>
                  </a:cubicBezTo>
                  <a:cubicBezTo>
                    <a:pt x="29" y="154"/>
                    <a:pt x="23" y="148"/>
                    <a:pt x="23" y="138"/>
                  </a:cubicBezTo>
                  <a:cubicBezTo>
                    <a:pt x="23" y="129"/>
                    <a:pt x="27" y="120"/>
                    <a:pt x="35" y="111"/>
                  </a:cubicBezTo>
                  <a:cubicBezTo>
                    <a:pt x="43" y="103"/>
                    <a:pt x="57" y="95"/>
                    <a:pt x="77" y="88"/>
                  </a:cubicBezTo>
                  <a:cubicBezTo>
                    <a:pt x="97" y="81"/>
                    <a:pt x="120" y="76"/>
                    <a:pt x="146" y="73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13" y="54"/>
                    <a:pt x="88" y="61"/>
                    <a:pt x="64" y="69"/>
                  </a:cubicBezTo>
                  <a:cubicBezTo>
                    <a:pt x="57" y="50"/>
                    <a:pt x="54" y="27"/>
                    <a:pt x="54" y="0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2" y="30"/>
                    <a:pt x="36" y="55"/>
                    <a:pt x="43" y="79"/>
                  </a:cubicBezTo>
                  <a:cubicBezTo>
                    <a:pt x="30" y="85"/>
                    <a:pt x="20" y="93"/>
                    <a:pt x="12" y="104"/>
                  </a:cubicBezTo>
                  <a:cubicBezTo>
                    <a:pt x="4" y="114"/>
                    <a:pt x="0" y="125"/>
                    <a:pt x="0" y="137"/>
                  </a:cubicBezTo>
                  <a:cubicBezTo>
                    <a:pt x="0" y="151"/>
                    <a:pt x="7" y="163"/>
                    <a:pt x="20" y="173"/>
                  </a:cubicBezTo>
                  <a:cubicBezTo>
                    <a:pt x="33" y="182"/>
                    <a:pt x="62" y="186"/>
                    <a:pt x="107" y="186"/>
                  </a:cubicBezTo>
                  <a:cubicBezTo>
                    <a:pt x="123" y="186"/>
                    <a:pt x="141" y="186"/>
                    <a:pt x="161" y="184"/>
                  </a:cubicBezTo>
                  <a:lnTo>
                    <a:pt x="157" y="1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Freeform 91"/>
            <p:cNvSpPr>
              <a:spLocks noEditPoints="1"/>
            </p:cNvSpPr>
            <p:nvPr userDrawn="1"/>
          </p:nvSpPr>
          <p:spPr bwMode="black">
            <a:xfrm>
              <a:off x="885" y="1948"/>
              <a:ext cx="400" cy="459"/>
            </a:xfrm>
            <a:custGeom>
              <a:avLst/>
              <a:gdLst>
                <a:gd name="T0" fmla="*/ 119 w 169"/>
                <a:gd name="T1" fmla="*/ 13 h 194"/>
                <a:gd name="T2" fmla="*/ 42 w 169"/>
                <a:gd name="T3" fmla="*/ 0 h 194"/>
                <a:gd name="T4" fmla="*/ 35 w 169"/>
                <a:gd name="T5" fmla="*/ 22 h 194"/>
                <a:gd name="T6" fmla="*/ 133 w 169"/>
                <a:gd name="T7" fmla="*/ 35 h 194"/>
                <a:gd name="T8" fmla="*/ 138 w 169"/>
                <a:gd name="T9" fmla="*/ 12 h 194"/>
                <a:gd name="T10" fmla="*/ 119 w 169"/>
                <a:gd name="T11" fmla="*/ 13 h 194"/>
                <a:gd name="T12" fmla="*/ 14 w 169"/>
                <a:gd name="T13" fmla="*/ 102 h 194"/>
                <a:gd name="T14" fmla="*/ 105 w 169"/>
                <a:gd name="T15" fmla="*/ 73 h 194"/>
                <a:gd name="T16" fmla="*/ 136 w 169"/>
                <a:gd name="T17" fmla="*/ 82 h 194"/>
                <a:gd name="T18" fmla="*/ 147 w 169"/>
                <a:gd name="T19" fmla="*/ 109 h 194"/>
                <a:gd name="T20" fmla="*/ 120 w 169"/>
                <a:gd name="T21" fmla="*/ 151 h 194"/>
                <a:gd name="T22" fmla="*/ 38 w 169"/>
                <a:gd name="T23" fmla="*/ 171 h 194"/>
                <a:gd name="T24" fmla="*/ 48 w 169"/>
                <a:gd name="T25" fmla="*/ 194 h 194"/>
                <a:gd name="T26" fmla="*/ 104 w 169"/>
                <a:gd name="T27" fmla="*/ 182 h 194"/>
                <a:gd name="T28" fmla="*/ 152 w 169"/>
                <a:gd name="T29" fmla="*/ 151 h 194"/>
                <a:gd name="T30" fmla="*/ 169 w 169"/>
                <a:gd name="T31" fmla="*/ 107 h 194"/>
                <a:gd name="T32" fmla="*/ 151 w 169"/>
                <a:gd name="T33" fmla="*/ 66 h 194"/>
                <a:gd name="T34" fmla="*/ 106 w 169"/>
                <a:gd name="T35" fmla="*/ 51 h 194"/>
                <a:gd name="T36" fmla="*/ 0 w 169"/>
                <a:gd name="T37" fmla="*/ 82 h 194"/>
                <a:gd name="T38" fmla="*/ 14 w 169"/>
                <a:gd name="T39" fmla="*/ 10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9" h="194">
                  <a:moveTo>
                    <a:pt x="119" y="13"/>
                  </a:moveTo>
                  <a:cubicBezTo>
                    <a:pt x="90" y="13"/>
                    <a:pt x="64" y="9"/>
                    <a:pt x="42" y="0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64" y="31"/>
                    <a:pt x="97" y="35"/>
                    <a:pt x="133" y="35"/>
                  </a:cubicBezTo>
                  <a:cubicBezTo>
                    <a:pt x="138" y="12"/>
                    <a:pt x="138" y="12"/>
                    <a:pt x="138" y="12"/>
                  </a:cubicBezTo>
                  <a:cubicBezTo>
                    <a:pt x="134" y="12"/>
                    <a:pt x="128" y="13"/>
                    <a:pt x="119" y="13"/>
                  </a:cubicBezTo>
                  <a:close/>
                  <a:moveTo>
                    <a:pt x="14" y="102"/>
                  </a:moveTo>
                  <a:cubicBezTo>
                    <a:pt x="43" y="83"/>
                    <a:pt x="73" y="73"/>
                    <a:pt x="105" y="73"/>
                  </a:cubicBezTo>
                  <a:cubicBezTo>
                    <a:pt x="118" y="73"/>
                    <a:pt x="128" y="76"/>
                    <a:pt x="136" y="82"/>
                  </a:cubicBezTo>
                  <a:cubicBezTo>
                    <a:pt x="144" y="89"/>
                    <a:pt x="147" y="98"/>
                    <a:pt x="147" y="109"/>
                  </a:cubicBezTo>
                  <a:cubicBezTo>
                    <a:pt x="147" y="125"/>
                    <a:pt x="138" y="138"/>
                    <a:pt x="120" y="151"/>
                  </a:cubicBezTo>
                  <a:cubicBezTo>
                    <a:pt x="101" y="163"/>
                    <a:pt x="74" y="170"/>
                    <a:pt x="38" y="171"/>
                  </a:cubicBezTo>
                  <a:cubicBezTo>
                    <a:pt x="48" y="194"/>
                    <a:pt x="48" y="194"/>
                    <a:pt x="48" y="194"/>
                  </a:cubicBezTo>
                  <a:cubicBezTo>
                    <a:pt x="65" y="193"/>
                    <a:pt x="83" y="189"/>
                    <a:pt x="104" y="182"/>
                  </a:cubicBezTo>
                  <a:cubicBezTo>
                    <a:pt x="125" y="175"/>
                    <a:pt x="141" y="164"/>
                    <a:pt x="152" y="151"/>
                  </a:cubicBezTo>
                  <a:cubicBezTo>
                    <a:pt x="164" y="137"/>
                    <a:pt x="169" y="123"/>
                    <a:pt x="169" y="107"/>
                  </a:cubicBezTo>
                  <a:cubicBezTo>
                    <a:pt x="169" y="90"/>
                    <a:pt x="163" y="77"/>
                    <a:pt x="151" y="66"/>
                  </a:cubicBezTo>
                  <a:cubicBezTo>
                    <a:pt x="139" y="56"/>
                    <a:pt x="124" y="51"/>
                    <a:pt x="106" y="51"/>
                  </a:cubicBezTo>
                  <a:cubicBezTo>
                    <a:pt x="72" y="51"/>
                    <a:pt x="37" y="61"/>
                    <a:pt x="0" y="82"/>
                  </a:cubicBezTo>
                  <a:lnTo>
                    <a:pt x="14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Freeform 92"/>
            <p:cNvSpPr>
              <a:spLocks noEditPoints="1"/>
            </p:cNvSpPr>
            <p:nvPr userDrawn="1"/>
          </p:nvSpPr>
          <p:spPr bwMode="black">
            <a:xfrm>
              <a:off x="-1001" y="3770"/>
              <a:ext cx="454" cy="490"/>
            </a:xfrm>
            <a:custGeom>
              <a:avLst/>
              <a:gdLst>
                <a:gd name="T0" fmla="*/ 12 w 192"/>
                <a:gd name="T1" fmla="*/ 156 h 207"/>
                <a:gd name="T2" fmla="*/ 46 w 192"/>
                <a:gd name="T3" fmla="*/ 193 h 207"/>
                <a:gd name="T4" fmla="*/ 96 w 192"/>
                <a:gd name="T5" fmla="*/ 207 h 207"/>
                <a:gd name="T6" fmla="*/ 145 w 192"/>
                <a:gd name="T7" fmla="*/ 195 h 207"/>
                <a:gd name="T8" fmla="*/ 180 w 192"/>
                <a:gd name="T9" fmla="*/ 158 h 207"/>
                <a:gd name="T10" fmla="*/ 192 w 192"/>
                <a:gd name="T11" fmla="*/ 104 h 207"/>
                <a:gd name="T12" fmla="*/ 180 w 192"/>
                <a:gd name="T13" fmla="*/ 50 h 207"/>
                <a:gd name="T14" fmla="*/ 146 w 192"/>
                <a:gd name="T15" fmla="*/ 13 h 207"/>
                <a:gd name="T16" fmla="*/ 96 w 192"/>
                <a:gd name="T17" fmla="*/ 0 h 207"/>
                <a:gd name="T18" fmla="*/ 27 w 192"/>
                <a:gd name="T19" fmla="*/ 28 h 207"/>
                <a:gd name="T20" fmla="*/ 0 w 192"/>
                <a:gd name="T21" fmla="*/ 106 h 207"/>
                <a:gd name="T22" fmla="*/ 12 w 192"/>
                <a:gd name="T23" fmla="*/ 156 h 207"/>
                <a:gd name="T24" fmla="*/ 48 w 192"/>
                <a:gd name="T25" fmla="*/ 42 h 207"/>
                <a:gd name="T26" fmla="*/ 96 w 192"/>
                <a:gd name="T27" fmla="*/ 23 h 207"/>
                <a:gd name="T28" fmla="*/ 132 w 192"/>
                <a:gd name="T29" fmla="*/ 33 h 207"/>
                <a:gd name="T30" fmla="*/ 156 w 192"/>
                <a:gd name="T31" fmla="*/ 61 h 207"/>
                <a:gd name="T32" fmla="*/ 165 w 192"/>
                <a:gd name="T33" fmla="*/ 104 h 207"/>
                <a:gd name="T34" fmla="*/ 145 w 192"/>
                <a:gd name="T35" fmla="*/ 163 h 207"/>
                <a:gd name="T36" fmla="*/ 96 w 192"/>
                <a:gd name="T37" fmla="*/ 184 h 207"/>
                <a:gd name="T38" fmla="*/ 47 w 192"/>
                <a:gd name="T39" fmla="*/ 164 h 207"/>
                <a:gd name="T40" fmla="*/ 28 w 192"/>
                <a:gd name="T41" fmla="*/ 107 h 207"/>
                <a:gd name="T42" fmla="*/ 48 w 192"/>
                <a:gd name="T43" fmla="*/ 4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2" h="207">
                  <a:moveTo>
                    <a:pt x="12" y="156"/>
                  </a:moveTo>
                  <a:cubicBezTo>
                    <a:pt x="19" y="172"/>
                    <a:pt x="31" y="184"/>
                    <a:pt x="46" y="193"/>
                  </a:cubicBezTo>
                  <a:cubicBezTo>
                    <a:pt x="60" y="203"/>
                    <a:pt x="77" y="207"/>
                    <a:pt x="96" y="207"/>
                  </a:cubicBezTo>
                  <a:cubicBezTo>
                    <a:pt x="113" y="207"/>
                    <a:pt x="130" y="203"/>
                    <a:pt x="145" y="195"/>
                  </a:cubicBezTo>
                  <a:cubicBezTo>
                    <a:pt x="160" y="187"/>
                    <a:pt x="171" y="174"/>
                    <a:pt x="180" y="158"/>
                  </a:cubicBezTo>
                  <a:cubicBezTo>
                    <a:pt x="188" y="142"/>
                    <a:pt x="192" y="124"/>
                    <a:pt x="192" y="104"/>
                  </a:cubicBezTo>
                  <a:cubicBezTo>
                    <a:pt x="192" y="84"/>
                    <a:pt x="188" y="66"/>
                    <a:pt x="180" y="50"/>
                  </a:cubicBezTo>
                  <a:cubicBezTo>
                    <a:pt x="172" y="34"/>
                    <a:pt x="161" y="22"/>
                    <a:pt x="146" y="13"/>
                  </a:cubicBezTo>
                  <a:cubicBezTo>
                    <a:pt x="131" y="4"/>
                    <a:pt x="115" y="0"/>
                    <a:pt x="96" y="0"/>
                  </a:cubicBezTo>
                  <a:cubicBezTo>
                    <a:pt x="68" y="0"/>
                    <a:pt x="45" y="9"/>
                    <a:pt x="27" y="28"/>
                  </a:cubicBezTo>
                  <a:cubicBezTo>
                    <a:pt x="9" y="47"/>
                    <a:pt x="0" y="73"/>
                    <a:pt x="0" y="106"/>
                  </a:cubicBezTo>
                  <a:cubicBezTo>
                    <a:pt x="0" y="124"/>
                    <a:pt x="4" y="140"/>
                    <a:pt x="12" y="156"/>
                  </a:cubicBezTo>
                  <a:close/>
                  <a:moveTo>
                    <a:pt x="48" y="42"/>
                  </a:moveTo>
                  <a:cubicBezTo>
                    <a:pt x="61" y="29"/>
                    <a:pt x="78" y="23"/>
                    <a:pt x="96" y="23"/>
                  </a:cubicBezTo>
                  <a:cubicBezTo>
                    <a:pt x="110" y="23"/>
                    <a:pt x="121" y="26"/>
                    <a:pt x="132" y="33"/>
                  </a:cubicBezTo>
                  <a:cubicBezTo>
                    <a:pt x="143" y="39"/>
                    <a:pt x="151" y="49"/>
                    <a:pt x="156" y="61"/>
                  </a:cubicBezTo>
                  <a:cubicBezTo>
                    <a:pt x="162" y="73"/>
                    <a:pt x="165" y="87"/>
                    <a:pt x="165" y="104"/>
                  </a:cubicBezTo>
                  <a:cubicBezTo>
                    <a:pt x="165" y="130"/>
                    <a:pt x="158" y="149"/>
                    <a:pt x="145" y="163"/>
                  </a:cubicBezTo>
                  <a:cubicBezTo>
                    <a:pt x="132" y="177"/>
                    <a:pt x="116" y="184"/>
                    <a:pt x="96" y="184"/>
                  </a:cubicBezTo>
                  <a:cubicBezTo>
                    <a:pt x="76" y="184"/>
                    <a:pt x="60" y="178"/>
                    <a:pt x="47" y="164"/>
                  </a:cubicBezTo>
                  <a:cubicBezTo>
                    <a:pt x="34" y="150"/>
                    <a:pt x="28" y="131"/>
                    <a:pt x="28" y="107"/>
                  </a:cubicBezTo>
                  <a:cubicBezTo>
                    <a:pt x="28" y="76"/>
                    <a:pt x="34" y="55"/>
                    <a:pt x="48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Freeform 93"/>
            <p:cNvSpPr>
              <a:spLocks noEditPoints="1"/>
            </p:cNvSpPr>
            <p:nvPr userDrawn="1"/>
          </p:nvSpPr>
          <p:spPr bwMode="black">
            <a:xfrm>
              <a:off x="-491" y="3780"/>
              <a:ext cx="360" cy="473"/>
            </a:xfrm>
            <a:custGeom>
              <a:avLst/>
              <a:gdLst>
                <a:gd name="T0" fmla="*/ 77 w 152"/>
                <a:gd name="T1" fmla="*/ 200 h 200"/>
                <a:gd name="T2" fmla="*/ 109 w 152"/>
                <a:gd name="T3" fmla="*/ 196 h 200"/>
                <a:gd name="T4" fmla="*/ 131 w 152"/>
                <a:gd name="T5" fmla="*/ 186 h 200"/>
                <a:gd name="T6" fmla="*/ 146 w 152"/>
                <a:gd name="T7" fmla="*/ 168 h 200"/>
                <a:gd name="T8" fmla="*/ 152 w 152"/>
                <a:gd name="T9" fmla="*/ 142 h 200"/>
                <a:gd name="T10" fmla="*/ 142 w 152"/>
                <a:gd name="T11" fmla="*/ 111 h 200"/>
                <a:gd name="T12" fmla="*/ 114 w 152"/>
                <a:gd name="T13" fmla="*/ 93 h 200"/>
                <a:gd name="T14" fmla="*/ 135 w 152"/>
                <a:gd name="T15" fmla="*/ 75 h 200"/>
                <a:gd name="T16" fmla="*/ 142 w 152"/>
                <a:gd name="T17" fmla="*/ 51 h 200"/>
                <a:gd name="T18" fmla="*/ 134 w 152"/>
                <a:gd name="T19" fmla="*/ 24 h 200"/>
                <a:gd name="T20" fmla="*/ 112 w 152"/>
                <a:gd name="T21" fmla="*/ 6 h 200"/>
                <a:gd name="T22" fmla="*/ 76 w 152"/>
                <a:gd name="T23" fmla="*/ 0 h 200"/>
                <a:gd name="T24" fmla="*/ 0 w 152"/>
                <a:gd name="T25" fmla="*/ 0 h 200"/>
                <a:gd name="T26" fmla="*/ 0 w 152"/>
                <a:gd name="T27" fmla="*/ 200 h 200"/>
                <a:gd name="T28" fmla="*/ 77 w 152"/>
                <a:gd name="T29" fmla="*/ 200 h 200"/>
                <a:gd name="T30" fmla="*/ 27 w 152"/>
                <a:gd name="T31" fmla="*/ 23 h 200"/>
                <a:gd name="T32" fmla="*/ 67 w 152"/>
                <a:gd name="T33" fmla="*/ 23 h 200"/>
                <a:gd name="T34" fmla="*/ 97 w 152"/>
                <a:gd name="T35" fmla="*/ 26 h 200"/>
                <a:gd name="T36" fmla="*/ 111 w 152"/>
                <a:gd name="T37" fmla="*/ 36 h 200"/>
                <a:gd name="T38" fmla="*/ 116 w 152"/>
                <a:gd name="T39" fmla="*/ 54 h 200"/>
                <a:gd name="T40" fmla="*/ 111 w 152"/>
                <a:gd name="T41" fmla="*/ 71 h 200"/>
                <a:gd name="T42" fmla="*/ 96 w 152"/>
                <a:gd name="T43" fmla="*/ 81 h 200"/>
                <a:gd name="T44" fmla="*/ 70 w 152"/>
                <a:gd name="T45" fmla="*/ 84 h 200"/>
                <a:gd name="T46" fmla="*/ 27 w 152"/>
                <a:gd name="T47" fmla="*/ 84 h 200"/>
                <a:gd name="T48" fmla="*/ 27 w 152"/>
                <a:gd name="T49" fmla="*/ 23 h 200"/>
                <a:gd name="T50" fmla="*/ 27 w 152"/>
                <a:gd name="T51" fmla="*/ 107 h 200"/>
                <a:gd name="T52" fmla="*/ 73 w 152"/>
                <a:gd name="T53" fmla="*/ 107 h 200"/>
                <a:gd name="T54" fmla="*/ 103 w 152"/>
                <a:gd name="T55" fmla="*/ 111 h 200"/>
                <a:gd name="T56" fmla="*/ 118 w 152"/>
                <a:gd name="T57" fmla="*/ 122 h 200"/>
                <a:gd name="T58" fmla="*/ 124 w 152"/>
                <a:gd name="T59" fmla="*/ 142 h 200"/>
                <a:gd name="T60" fmla="*/ 120 w 152"/>
                <a:gd name="T61" fmla="*/ 159 h 200"/>
                <a:gd name="T62" fmla="*/ 110 w 152"/>
                <a:gd name="T63" fmla="*/ 170 h 200"/>
                <a:gd name="T64" fmla="*/ 95 w 152"/>
                <a:gd name="T65" fmla="*/ 175 h 200"/>
                <a:gd name="T66" fmla="*/ 77 w 152"/>
                <a:gd name="T67" fmla="*/ 176 h 200"/>
                <a:gd name="T68" fmla="*/ 27 w 152"/>
                <a:gd name="T69" fmla="*/ 176 h 200"/>
                <a:gd name="T70" fmla="*/ 27 w 152"/>
                <a:gd name="T71" fmla="*/ 107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2" h="200">
                  <a:moveTo>
                    <a:pt x="77" y="200"/>
                  </a:moveTo>
                  <a:cubicBezTo>
                    <a:pt x="90" y="200"/>
                    <a:pt x="100" y="199"/>
                    <a:pt x="109" y="196"/>
                  </a:cubicBezTo>
                  <a:cubicBezTo>
                    <a:pt x="118" y="194"/>
                    <a:pt x="125" y="191"/>
                    <a:pt x="131" y="186"/>
                  </a:cubicBezTo>
                  <a:cubicBezTo>
                    <a:pt x="137" y="182"/>
                    <a:pt x="142" y="176"/>
                    <a:pt x="146" y="168"/>
                  </a:cubicBezTo>
                  <a:cubicBezTo>
                    <a:pt x="150" y="160"/>
                    <a:pt x="152" y="151"/>
                    <a:pt x="152" y="142"/>
                  </a:cubicBezTo>
                  <a:cubicBezTo>
                    <a:pt x="152" y="130"/>
                    <a:pt x="148" y="120"/>
                    <a:pt x="142" y="111"/>
                  </a:cubicBezTo>
                  <a:cubicBezTo>
                    <a:pt x="135" y="103"/>
                    <a:pt x="126" y="97"/>
                    <a:pt x="114" y="93"/>
                  </a:cubicBezTo>
                  <a:cubicBezTo>
                    <a:pt x="123" y="89"/>
                    <a:pt x="130" y="82"/>
                    <a:pt x="135" y="75"/>
                  </a:cubicBezTo>
                  <a:cubicBezTo>
                    <a:pt x="140" y="67"/>
                    <a:pt x="142" y="59"/>
                    <a:pt x="142" y="51"/>
                  </a:cubicBezTo>
                  <a:cubicBezTo>
                    <a:pt x="142" y="42"/>
                    <a:pt x="139" y="33"/>
                    <a:pt x="134" y="24"/>
                  </a:cubicBezTo>
                  <a:cubicBezTo>
                    <a:pt x="129" y="16"/>
                    <a:pt x="122" y="10"/>
                    <a:pt x="112" y="6"/>
                  </a:cubicBezTo>
                  <a:cubicBezTo>
                    <a:pt x="103" y="2"/>
                    <a:pt x="91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7" y="200"/>
                  </a:lnTo>
                  <a:close/>
                  <a:moveTo>
                    <a:pt x="27" y="23"/>
                  </a:moveTo>
                  <a:cubicBezTo>
                    <a:pt x="67" y="23"/>
                    <a:pt x="67" y="23"/>
                    <a:pt x="67" y="23"/>
                  </a:cubicBezTo>
                  <a:cubicBezTo>
                    <a:pt x="81" y="23"/>
                    <a:pt x="92" y="24"/>
                    <a:pt x="97" y="26"/>
                  </a:cubicBezTo>
                  <a:cubicBezTo>
                    <a:pt x="103" y="28"/>
                    <a:pt x="108" y="31"/>
                    <a:pt x="111" y="36"/>
                  </a:cubicBezTo>
                  <a:cubicBezTo>
                    <a:pt x="114" y="41"/>
                    <a:pt x="116" y="47"/>
                    <a:pt x="116" y="54"/>
                  </a:cubicBezTo>
                  <a:cubicBezTo>
                    <a:pt x="116" y="61"/>
                    <a:pt x="114" y="67"/>
                    <a:pt x="111" y="71"/>
                  </a:cubicBezTo>
                  <a:cubicBezTo>
                    <a:pt x="107" y="76"/>
                    <a:pt x="102" y="79"/>
                    <a:pt x="96" y="81"/>
                  </a:cubicBezTo>
                  <a:cubicBezTo>
                    <a:pt x="90" y="83"/>
                    <a:pt x="82" y="84"/>
                    <a:pt x="70" y="84"/>
                  </a:cubicBezTo>
                  <a:cubicBezTo>
                    <a:pt x="27" y="84"/>
                    <a:pt x="27" y="84"/>
                    <a:pt x="27" y="84"/>
                  </a:cubicBezTo>
                  <a:lnTo>
                    <a:pt x="27" y="23"/>
                  </a:lnTo>
                  <a:close/>
                  <a:moveTo>
                    <a:pt x="27" y="107"/>
                  </a:moveTo>
                  <a:cubicBezTo>
                    <a:pt x="73" y="107"/>
                    <a:pt x="73" y="107"/>
                    <a:pt x="73" y="107"/>
                  </a:cubicBezTo>
                  <a:cubicBezTo>
                    <a:pt x="86" y="107"/>
                    <a:pt x="96" y="108"/>
                    <a:pt x="103" y="111"/>
                  </a:cubicBezTo>
                  <a:cubicBezTo>
                    <a:pt x="109" y="113"/>
                    <a:pt x="115" y="117"/>
                    <a:pt x="118" y="122"/>
                  </a:cubicBezTo>
                  <a:cubicBezTo>
                    <a:pt x="122" y="128"/>
                    <a:pt x="124" y="134"/>
                    <a:pt x="124" y="142"/>
                  </a:cubicBezTo>
                  <a:cubicBezTo>
                    <a:pt x="124" y="148"/>
                    <a:pt x="123" y="154"/>
                    <a:pt x="120" y="159"/>
                  </a:cubicBezTo>
                  <a:cubicBezTo>
                    <a:pt x="118" y="163"/>
                    <a:pt x="114" y="167"/>
                    <a:pt x="110" y="170"/>
                  </a:cubicBezTo>
                  <a:cubicBezTo>
                    <a:pt x="106" y="172"/>
                    <a:pt x="101" y="174"/>
                    <a:pt x="95" y="175"/>
                  </a:cubicBezTo>
                  <a:cubicBezTo>
                    <a:pt x="91" y="176"/>
                    <a:pt x="85" y="176"/>
                    <a:pt x="77" y="176"/>
                  </a:cubicBezTo>
                  <a:cubicBezTo>
                    <a:pt x="27" y="176"/>
                    <a:pt x="27" y="176"/>
                    <a:pt x="27" y="176"/>
                  </a:cubicBezTo>
                  <a:lnTo>
                    <a:pt x="27" y="1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Freeform 94"/>
            <p:cNvSpPr>
              <a:spLocks noEditPoints="1"/>
            </p:cNvSpPr>
            <p:nvPr userDrawn="1"/>
          </p:nvSpPr>
          <p:spPr bwMode="black">
            <a:xfrm>
              <a:off x="-51" y="3780"/>
              <a:ext cx="416" cy="473"/>
            </a:xfrm>
            <a:custGeom>
              <a:avLst/>
              <a:gdLst>
                <a:gd name="T0" fmla="*/ 26 w 176"/>
                <a:gd name="T1" fmla="*/ 200 h 200"/>
                <a:gd name="T2" fmla="*/ 26 w 176"/>
                <a:gd name="T3" fmla="*/ 111 h 200"/>
                <a:gd name="T4" fmla="*/ 57 w 176"/>
                <a:gd name="T5" fmla="*/ 111 h 200"/>
                <a:gd name="T6" fmla="*/ 72 w 176"/>
                <a:gd name="T7" fmla="*/ 112 h 200"/>
                <a:gd name="T8" fmla="*/ 84 w 176"/>
                <a:gd name="T9" fmla="*/ 117 h 200"/>
                <a:gd name="T10" fmla="*/ 97 w 176"/>
                <a:gd name="T11" fmla="*/ 130 h 200"/>
                <a:gd name="T12" fmla="*/ 116 w 176"/>
                <a:gd name="T13" fmla="*/ 158 h 200"/>
                <a:gd name="T14" fmla="*/ 143 w 176"/>
                <a:gd name="T15" fmla="*/ 200 h 200"/>
                <a:gd name="T16" fmla="*/ 176 w 176"/>
                <a:gd name="T17" fmla="*/ 200 h 200"/>
                <a:gd name="T18" fmla="*/ 141 w 176"/>
                <a:gd name="T19" fmla="*/ 145 h 200"/>
                <a:gd name="T20" fmla="*/ 119 w 176"/>
                <a:gd name="T21" fmla="*/ 119 h 200"/>
                <a:gd name="T22" fmla="*/ 103 w 176"/>
                <a:gd name="T23" fmla="*/ 109 h 200"/>
                <a:gd name="T24" fmla="*/ 146 w 176"/>
                <a:gd name="T25" fmla="*/ 90 h 200"/>
                <a:gd name="T26" fmla="*/ 160 w 176"/>
                <a:gd name="T27" fmla="*/ 54 h 200"/>
                <a:gd name="T28" fmla="*/ 151 w 176"/>
                <a:gd name="T29" fmla="*/ 24 h 200"/>
                <a:gd name="T30" fmla="*/ 129 w 176"/>
                <a:gd name="T31" fmla="*/ 5 h 200"/>
                <a:gd name="T32" fmla="*/ 88 w 176"/>
                <a:gd name="T33" fmla="*/ 0 h 200"/>
                <a:gd name="T34" fmla="*/ 0 w 176"/>
                <a:gd name="T35" fmla="*/ 0 h 200"/>
                <a:gd name="T36" fmla="*/ 0 w 176"/>
                <a:gd name="T37" fmla="*/ 200 h 200"/>
                <a:gd name="T38" fmla="*/ 26 w 176"/>
                <a:gd name="T39" fmla="*/ 200 h 200"/>
                <a:gd name="T40" fmla="*/ 26 w 176"/>
                <a:gd name="T41" fmla="*/ 22 h 200"/>
                <a:gd name="T42" fmla="*/ 90 w 176"/>
                <a:gd name="T43" fmla="*/ 22 h 200"/>
                <a:gd name="T44" fmla="*/ 122 w 176"/>
                <a:gd name="T45" fmla="*/ 31 h 200"/>
                <a:gd name="T46" fmla="*/ 132 w 176"/>
                <a:gd name="T47" fmla="*/ 54 h 200"/>
                <a:gd name="T48" fmla="*/ 127 w 176"/>
                <a:gd name="T49" fmla="*/ 72 h 200"/>
                <a:gd name="T50" fmla="*/ 112 w 176"/>
                <a:gd name="T51" fmla="*/ 84 h 200"/>
                <a:gd name="T52" fmla="*/ 83 w 176"/>
                <a:gd name="T53" fmla="*/ 88 h 200"/>
                <a:gd name="T54" fmla="*/ 26 w 176"/>
                <a:gd name="T55" fmla="*/ 88 h 200"/>
                <a:gd name="T56" fmla="*/ 26 w 176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6" h="200">
                  <a:moveTo>
                    <a:pt x="26" y="200"/>
                  </a:moveTo>
                  <a:cubicBezTo>
                    <a:pt x="26" y="111"/>
                    <a:pt x="26" y="111"/>
                    <a:pt x="26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64" y="111"/>
                    <a:pt x="69" y="111"/>
                    <a:pt x="72" y="112"/>
                  </a:cubicBezTo>
                  <a:cubicBezTo>
                    <a:pt x="76" y="113"/>
                    <a:pt x="80" y="115"/>
                    <a:pt x="84" y="117"/>
                  </a:cubicBezTo>
                  <a:cubicBezTo>
                    <a:pt x="88" y="120"/>
                    <a:pt x="92" y="124"/>
                    <a:pt x="97" y="130"/>
                  </a:cubicBezTo>
                  <a:cubicBezTo>
                    <a:pt x="102" y="137"/>
                    <a:pt x="109" y="146"/>
                    <a:pt x="116" y="158"/>
                  </a:cubicBezTo>
                  <a:cubicBezTo>
                    <a:pt x="143" y="200"/>
                    <a:pt x="143" y="200"/>
                    <a:pt x="143" y="200"/>
                  </a:cubicBezTo>
                  <a:cubicBezTo>
                    <a:pt x="176" y="200"/>
                    <a:pt x="176" y="200"/>
                    <a:pt x="176" y="200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34" y="135"/>
                    <a:pt x="127" y="126"/>
                    <a:pt x="119" y="119"/>
                  </a:cubicBezTo>
                  <a:cubicBezTo>
                    <a:pt x="116" y="115"/>
                    <a:pt x="110" y="112"/>
                    <a:pt x="103" y="109"/>
                  </a:cubicBezTo>
                  <a:cubicBezTo>
                    <a:pt x="123" y="106"/>
                    <a:pt x="137" y="100"/>
                    <a:pt x="146" y="90"/>
                  </a:cubicBezTo>
                  <a:cubicBezTo>
                    <a:pt x="155" y="80"/>
                    <a:pt x="160" y="68"/>
                    <a:pt x="160" y="54"/>
                  </a:cubicBezTo>
                  <a:cubicBezTo>
                    <a:pt x="160" y="43"/>
                    <a:pt x="157" y="33"/>
                    <a:pt x="151" y="24"/>
                  </a:cubicBezTo>
                  <a:cubicBezTo>
                    <a:pt x="146" y="15"/>
                    <a:pt x="138" y="8"/>
                    <a:pt x="129" y="5"/>
                  </a:cubicBezTo>
                  <a:cubicBezTo>
                    <a:pt x="120" y="1"/>
                    <a:pt x="106" y="0"/>
                    <a:pt x="8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  <a:moveTo>
                    <a:pt x="26" y="22"/>
                  </a:moveTo>
                  <a:cubicBezTo>
                    <a:pt x="90" y="22"/>
                    <a:pt x="90" y="22"/>
                    <a:pt x="90" y="22"/>
                  </a:cubicBezTo>
                  <a:cubicBezTo>
                    <a:pt x="104" y="22"/>
                    <a:pt x="115" y="25"/>
                    <a:pt x="122" y="31"/>
                  </a:cubicBezTo>
                  <a:cubicBezTo>
                    <a:pt x="129" y="37"/>
                    <a:pt x="132" y="45"/>
                    <a:pt x="132" y="54"/>
                  </a:cubicBezTo>
                  <a:cubicBezTo>
                    <a:pt x="132" y="61"/>
                    <a:pt x="131" y="67"/>
                    <a:pt x="127" y="72"/>
                  </a:cubicBezTo>
                  <a:cubicBezTo>
                    <a:pt x="124" y="78"/>
                    <a:pt x="118" y="82"/>
                    <a:pt x="112" y="84"/>
                  </a:cubicBezTo>
                  <a:cubicBezTo>
                    <a:pt x="105" y="87"/>
                    <a:pt x="95" y="88"/>
                    <a:pt x="83" y="88"/>
                  </a:cubicBezTo>
                  <a:cubicBezTo>
                    <a:pt x="26" y="88"/>
                    <a:pt x="26" y="88"/>
                    <a:pt x="26" y="88"/>
                  </a:cubicBezTo>
                  <a:lnTo>
                    <a:pt x="26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Rectangle 95"/>
            <p:cNvSpPr>
              <a:spLocks noChangeArrowheads="1"/>
            </p:cNvSpPr>
            <p:nvPr userDrawn="1"/>
          </p:nvSpPr>
          <p:spPr bwMode="black">
            <a:xfrm>
              <a:off x="429" y="3780"/>
              <a:ext cx="61" cy="4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Freeform 96"/>
            <p:cNvSpPr>
              <a:spLocks/>
            </p:cNvSpPr>
            <p:nvPr userDrawn="1"/>
          </p:nvSpPr>
          <p:spPr bwMode="black">
            <a:xfrm>
              <a:off x="580" y="3770"/>
              <a:ext cx="438" cy="490"/>
            </a:xfrm>
            <a:custGeom>
              <a:avLst/>
              <a:gdLst>
                <a:gd name="T0" fmla="*/ 159 w 185"/>
                <a:gd name="T1" fmla="*/ 125 h 207"/>
                <a:gd name="T2" fmla="*/ 159 w 185"/>
                <a:gd name="T3" fmla="*/ 162 h 207"/>
                <a:gd name="T4" fmla="*/ 134 w 185"/>
                <a:gd name="T5" fmla="*/ 177 h 207"/>
                <a:gd name="T6" fmla="*/ 100 w 185"/>
                <a:gd name="T7" fmla="*/ 183 h 207"/>
                <a:gd name="T8" fmla="*/ 63 w 185"/>
                <a:gd name="T9" fmla="*/ 174 h 207"/>
                <a:gd name="T10" fmla="*/ 36 w 185"/>
                <a:gd name="T11" fmla="*/ 148 h 207"/>
                <a:gd name="T12" fmla="*/ 27 w 185"/>
                <a:gd name="T13" fmla="*/ 103 h 207"/>
                <a:gd name="T14" fmla="*/ 35 w 185"/>
                <a:gd name="T15" fmla="*/ 63 h 207"/>
                <a:gd name="T16" fmla="*/ 47 w 185"/>
                <a:gd name="T17" fmla="*/ 43 h 207"/>
                <a:gd name="T18" fmla="*/ 69 w 185"/>
                <a:gd name="T19" fmla="*/ 28 h 207"/>
                <a:gd name="T20" fmla="*/ 100 w 185"/>
                <a:gd name="T21" fmla="*/ 23 h 207"/>
                <a:gd name="T22" fmla="*/ 128 w 185"/>
                <a:gd name="T23" fmla="*/ 28 h 207"/>
                <a:gd name="T24" fmla="*/ 147 w 185"/>
                <a:gd name="T25" fmla="*/ 42 h 207"/>
                <a:gd name="T26" fmla="*/ 158 w 185"/>
                <a:gd name="T27" fmla="*/ 66 h 207"/>
                <a:gd name="T28" fmla="*/ 182 w 185"/>
                <a:gd name="T29" fmla="*/ 59 h 207"/>
                <a:gd name="T30" fmla="*/ 167 w 185"/>
                <a:gd name="T31" fmla="*/ 27 h 207"/>
                <a:gd name="T32" fmla="*/ 139 w 185"/>
                <a:gd name="T33" fmla="*/ 7 h 207"/>
                <a:gd name="T34" fmla="*/ 100 w 185"/>
                <a:gd name="T35" fmla="*/ 0 h 207"/>
                <a:gd name="T36" fmla="*/ 47 w 185"/>
                <a:gd name="T37" fmla="*/ 12 h 207"/>
                <a:gd name="T38" fmla="*/ 12 w 185"/>
                <a:gd name="T39" fmla="*/ 50 h 207"/>
                <a:gd name="T40" fmla="*/ 0 w 185"/>
                <a:gd name="T41" fmla="*/ 105 h 207"/>
                <a:gd name="T42" fmla="*/ 12 w 185"/>
                <a:gd name="T43" fmla="*/ 158 h 207"/>
                <a:gd name="T44" fmla="*/ 48 w 185"/>
                <a:gd name="T45" fmla="*/ 194 h 207"/>
                <a:gd name="T46" fmla="*/ 102 w 185"/>
                <a:gd name="T47" fmla="*/ 207 h 207"/>
                <a:gd name="T48" fmla="*/ 145 w 185"/>
                <a:gd name="T49" fmla="*/ 199 h 207"/>
                <a:gd name="T50" fmla="*/ 185 w 185"/>
                <a:gd name="T51" fmla="*/ 176 h 207"/>
                <a:gd name="T52" fmla="*/ 185 w 185"/>
                <a:gd name="T53" fmla="*/ 102 h 207"/>
                <a:gd name="T54" fmla="*/ 100 w 185"/>
                <a:gd name="T55" fmla="*/ 102 h 207"/>
                <a:gd name="T56" fmla="*/ 100 w 185"/>
                <a:gd name="T57" fmla="*/ 125 h 207"/>
                <a:gd name="T58" fmla="*/ 159 w 185"/>
                <a:gd name="T59" fmla="*/ 12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5" h="207">
                  <a:moveTo>
                    <a:pt x="159" y="125"/>
                  </a:moveTo>
                  <a:cubicBezTo>
                    <a:pt x="159" y="162"/>
                    <a:pt x="159" y="162"/>
                    <a:pt x="159" y="162"/>
                  </a:cubicBezTo>
                  <a:cubicBezTo>
                    <a:pt x="153" y="167"/>
                    <a:pt x="145" y="172"/>
                    <a:pt x="134" y="177"/>
                  </a:cubicBezTo>
                  <a:cubicBezTo>
                    <a:pt x="123" y="181"/>
                    <a:pt x="112" y="183"/>
                    <a:pt x="100" y="183"/>
                  </a:cubicBezTo>
                  <a:cubicBezTo>
                    <a:pt x="87" y="183"/>
                    <a:pt x="75" y="180"/>
                    <a:pt x="63" y="174"/>
                  </a:cubicBezTo>
                  <a:cubicBezTo>
                    <a:pt x="51" y="169"/>
                    <a:pt x="42" y="160"/>
                    <a:pt x="36" y="148"/>
                  </a:cubicBezTo>
                  <a:cubicBezTo>
                    <a:pt x="30" y="136"/>
                    <a:pt x="27" y="121"/>
                    <a:pt x="27" y="103"/>
                  </a:cubicBezTo>
                  <a:cubicBezTo>
                    <a:pt x="27" y="88"/>
                    <a:pt x="30" y="75"/>
                    <a:pt x="35" y="63"/>
                  </a:cubicBezTo>
                  <a:cubicBezTo>
                    <a:pt x="38" y="55"/>
                    <a:pt x="42" y="49"/>
                    <a:pt x="47" y="43"/>
                  </a:cubicBezTo>
                  <a:cubicBezTo>
                    <a:pt x="53" y="37"/>
                    <a:pt x="60" y="32"/>
                    <a:pt x="69" y="28"/>
                  </a:cubicBezTo>
                  <a:cubicBezTo>
                    <a:pt x="77" y="25"/>
                    <a:pt x="88" y="23"/>
                    <a:pt x="100" y="23"/>
                  </a:cubicBezTo>
                  <a:cubicBezTo>
                    <a:pt x="110" y="23"/>
                    <a:pt x="119" y="25"/>
                    <a:pt x="128" y="28"/>
                  </a:cubicBezTo>
                  <a:cubicBezTo>
                    <a:pt x="136" y="32"/>
                    <a:pt x="142" y="36"/>
                    <a:pt x="147" y="42"/>
                  </a:cubicBezTo>
                  <a:cubicBezTo>
                    <a:pt x="151" y="48"/>
                    <a:pt x="155" y="56"/>
                    <a:pt x="158" y="66"/>
                  </a:cubicBezTo>
                  <a:cubicBezTo>
                    <a:pt x="182" y="59"/>
                    <a:pt x="182" y="59"/>
                    <a:pt x="182" y="59"/>
                  </a:cubicBezTo>
                  <a:cubicBezTo>
                    <a:pt x="178" y="46"/>
                    <a:pt x="173" y="35"/>
                    <a:pt x="167" y="27"/>
                  </a:cubicBezTo>
                  <a:cubicBezTo>
                    <a:pt x="160" y="18"/>
                    <a:pt x="151" y="12"/>
                    <a:pt x="139" y="7"/>
                  </a:cubicBezTo>
                  <a:cubicBezTo>
                    <a:pt x="127" y="2"/>
                    <a:pt x="114" y="0"/>
                    <a:pt x="100" y="0"/>
                  </a:cubicBezTo>
                  <a:cubicBezTo>
                    <a:pt x="80" y="0"/>
                    <a:pt x="62" y="4"/>
                    <a:pt x="47" y="12"/>
                  </a:cubicBezTo>
                  <a:cubicBezTo>
                    <a:pt x="32" y="21"/>
                    <a:pt x="20" y="33"/>
                    <a:pt x="12" y="50"/>
                  </a:cubicBezTo>
                  <a:cubicBezTo>
                    <a:pt x="4" y="67"/>
                    <a:pt x="0" y="85"/>
                    <a:pt x="0" y="105"/>
                  </a:cubicBezTo>
                  <a:cubicBezTo>
                    <a:pt x="0" y="124"/>
                    <a:pt x="4" y="142"/>
                    <a:pt x="12" y="158"/>
                  </a:cubicBezTo>
                  <a:cubicBezTo>
                    <a:pt x="20" y="174"/>
                    <a:pt x="32" y="186"/>
                    <a:pt x="48" y="194"/>
                  </a:cubicBezTo>
                  <a:cubicBezTo>
                    <a:pt x="64" y="203"/>
                    <a:pt x="82" y="207"/>
                    <a:pt x="102" y="207"/>
                  </a:cubicBezTo>
                  <a:cubicBezTo>
                    <a:pt x="117" y="207"/>
                    <a:pt x="131" y="204"/>
                    <a:pt x="145" y="199"/>
                  </a:cubicBezTo>
                  <a:cubicBezTo>
                    <a:pt x="158" y="194"/>
                    <a:pt x="172" y="186"/>
                    <a:pt x="185" y="176"/>
                  </a:cubicBezTo>
                  <a:cubicBezTo>
                    <a:pt x="185" y="102"/>
                    <a:pt x="185" y="102"/>
                    <a:pt x="185" y="102"/>
                  </a:cubicBezTo>
                  <a:cubicBezTo>
                    <a:pt x="100" y="102"/>
                    <a:pt x="100" y="102"/>
                    <a:pt x="100" y="102"/>
                  </a:cubicBezTo>
                  <a:cubicBezTo>
                    <a:pt x="100" y="125"/>
                    <a:pt x="100" y="125"/>
                    <a:pt x="100" y="125"/>
                  </a:cubicBezTo>
                  <a:lnTo>
                    <a:pt x="159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Freeform 97"/>
            <p:cNvSpPr>
              <a:spLocks noEditPoints="1"/>
            </p:cNvSpPr>
            <p:nvPr userDrawn="1"/>
          </p:nvSpPr>
          <p:spPr bwMode="black">
            <a:xfrm>
              <a:off x="1051" y="3780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39 h 200"/>
                <a:gd name="T4" fmla="*/ 134 w 187"/>
                <a:gd name="T5" fmla="*/ 139 h 200"/>
                <a:gd name="T6" fmla="*/ 157 w 187"/>
                <a:gd name="T7" fmla="*/ 200 h 200"/>
                <a:gd name="T8" fmla="*/ 187 w 187"/>
                <a:gd name="T9" fmla="*/ 200 h 200"/>
                <a:gd name="T10" fmla="*/ 106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1 w 187"/>
                <a:gd name="T21" fmla="*/ 21 h 200"/>
                <a:gd name="T22" fmla="*/ 105 w 187"/>
                <a:gd name="T23" fmla="*/ 62 h 200"/>
                <a:gd name="T24" fmla="*/ 126 w 187"/>
                <a:gd name="T25" fmla="*/ 117 h 200"/>
                <a:gd name="T26" fmla="*/ 58 w 187"/>
                <a:gd name="T27" fmla="*/ 117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39"/>
                    <a:pt x="50" y="139"/>
                    <a:pt x="50" y="139"/>
                  </a:cubicBezTo>
                  <a:cubicBezTo>
                    <a:pt x="134" y="139"/>
                    <a:pt x="134" y="139"/>
                    <a:pt x="134" y="139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5" y="46"/>
                    <a:pt x="88" y="33"/>
                    <a:pt x="91" y="21"/>
                  </a:cubicBezTo>
                  <a:cubicBezTo>
                    <a:pt x="94" y="31"/>
                    <a:pt x="99" y="45"/>
                    <a:pt x="105" y="62"/>
                  </a:cubicBezTo>
                  <a:cubicBezTo>
                    <a:pt x="126" y="117"/>
                    <a:pt x="126" y="117"/>
                    <a:pt x="126" y="117"/>
                  </a:cubicBezTo>
                  <a:cubicBezTo>
                    <a:pt x="58" y="117"/>
                    <a:pt x="58" y="117"/>
                    <a:pt x="58" y="117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Freeform 98"/>
            <p:cNvSpPr>
              <a:spLocks noEditPoints="1"/>
            </p:cNvSpPr>
            <p:nvPr userDrawn="1"/>
          </p:nvSpPr>
          <p:spPr bwMode="black">
            <a:xfrm>
              <a:off x="1538" y="3780"/>
              <a:ext cx="390" cy="473"/>
            </a:xfrm>
            <a:custGeom>
              <a:avLst/>
              <a:gdLst>
                <a:gd name="T0" fmla="*/ 72 w 165"/>
                <a:gd name="T1" fmla="*/ 200 h 200"/>
                <a:gd name="T2" fmla="*/ 104 w 165"/>
                <a:gd name="T3" fmla="*/ 196 h 200"/>
                <a:gd name="T4" fmla="*/ 128 w 165"/>
                <a:gd name="T5" fmla="*/ 186 h 200"/>
                <a:gd name="T6" fmla="*/ 146 w 165"/>
                <a:gd name="T7" fmla="*/ 168 h 200"/>
                <a:gd name="T8" fmla="*/ 160 w 165"/>
                <a:gd name="T9" fmla="*/ 139 h 200"/>
                <a:gd name="T10" fmla="*/ 165 w 165"/>
                <a:gd name="T11" fmla="*/ 99 h 200"/>
                <a:gd name="T12" fmla="*/ 158 w 165"/>
                <a:gd name="T13" fmla="*/ 51 h 200"/>
                <a:gd name="T14" fmla="*/ 134 w 165"/>
                <a:gd name="T15" fmla="*/ 17 h 200"/>
                <a:gd name="T16" fmla="*/ 104 w 165"/>
                <a:gd name="T17" fmla="*/ 2 h 200"/>
                <a:gd name="T18" fmla="*/ 69 w 165"/>
                <a:gd name="T19" fmla="*/ 0 h 200"/>
                <a:gd name="T20" fmla="*/ 0 w 165"/>
                <a:gd name="T21" fmla="*/ 0 h 200"/>
                <a:gd name="T22" fmla="*/ 0 w 165"/>
                <a:gd name="T23" fmla="*/ 200 h 200"/>
                <a:gd name="T24" fmla="*/ 72 w 165"/>
                <a:gd name="T25" fmla="*/ 200 h 200"/>
                <a:gd name="T26" fmla="*/ 26 w 165"/>
                <a:gd name="T27" fmla="*/ 23 h 200"/>
                <a:gd name="T28" fmla="*/ 68 w 165"/>
                <a:gd name="T29" fmla="*/ 23 h 200"/>
                <a:gd name="T30" fmla="*/ 103 w 165"/>
                <a:gd name="T31" fmla="*/ 27 h 200"/>
                <a:gd name="T32" fmla="*/ 128 w 165"/>
                <a:gd name="T33" fmla="*/ 50 h 200"/>
                <a:gd name="T34" fmla="*/ 138 w 165"/>
                <a:gd name="T35" fmla="*/ 98 h 200"/>
                <a:gd name="T36" fmla="*/ 133 w 165"/>
                <a:gd name="T37" fmla="*/ 137 h 200"/>
                <a:gd name="T38" fmla="*/ 118 w 165"/>
                <a:gd name="T39" fmla="*/ 162 h 200"/>
                <a:gd name="T40" fmla="*/ 100 w 165"/>
                <a:gd name="T41" fmla="*/ 172 h 200"/>
                <a:gd name="T42" fmla="*/ 69 w 165"/>
                <a:gd name="T43" fmla="*/ 176 h 200"/>
                <a:gd name="T44" fmla="*/ 26 w 165"/>
                <a:gd name="T45" fmla="*/ 176 h 200"/>
                <a:gd name="T46" fmla="*/ 26 w 165"/>
                <a:gd name="T47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5" h="200">
                  <a:moveTo>
                    <a:pt x="72" y="200"/>
                  </a:moveTo>
                  <a:cubicBezTo>
                    <a:pt x="84" y="200"/>
                    <a:pt x="95" y="199"/>
                    <a:pt x="104" y="196"/>
                  </a:cubicBezTo>
                  <a:cubicBezTo>
                    <a:pt x="114" y="194"/>
                    <a:pt x="122" y="191"/>
                    <a:pt x="128" y="186"/>
                  </a:cubicBezTo>
                  <a:cubicBezTo>
                    <a:pt x="135" y="182"/>
                    <a:pt x="141" y="176"/>
                    <a:pt x="146" y="168"/>
                  </a:cubicBezTo>
                  <a:cubicBezTo>
                    <a:pt x="152" y="160"/>
                    <a:pt x="156" y="151"/>
                    <a:pt x="160" y="139"/>
                  </a:cubicBezTo>
                  <a:cubicBezTo>
                    <a:pt x="164" y="127"/>
                    <a:pt x="165" y="114"/>
                    <a:pt x="165" y="99"/>
                  </a:cubicBezTo>
                  <a:cubicBezTo>
                    <a:pt x="165" y="81"/>
                    <a:pt x="163" y="65"/>
                    <a:pt x="158" y="51"/>
                  </a:cubicBezTo>
                  <a:cubicBezTo>
                    <a:pt x="152" y="37"/>
                    <a:pt x="144" y="26"/>
                    <a:pt x="134" y="17"/>
                  </a:cubicBezTo>
                  <a:cubicBezTo>
                    <a:pt x="126" y="10"/>
                    <a:pt x="116" y="5"/>
                    <a:pt x="104" y="2"/>
                  </a:cubicBezTo>
                  <a:cubicBezTo>
                    <a:pt x="96" y="0"/>
                    <a:pt x="84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2" y="200"/>
                  </a:lnTo>
                  <a:close/>
                  <a:moveTo>
                    <a:pt x="26" y="23"/>
                  </a:moveTo>
                  <a:cubicBezTo>
                    <a:pt x="68" y="23"/>
                    <a:pt x="68" y="23"/>
                    <a:pt x="68" y="23"/>
                  </a:cubicBezTo>
                  <a:cubicBezTo>
                    <a:pt x="84" y="23"/>
                    <a:pt x="96" y="24"/>
                    <a:pt x="103" y="27"/>
                  </a:cubicBezTo>
                  <a:cubicBezTo>
                    <a:pt x="113" y="31"/>
                    <a:pt x="121" y="39"/>
                    <a:pt x="128" y="50"/>
                  </a:cubicBezTo>
                  <a:cubicBezTo>
                    <a:pt x="135" y="61"/>
                    <a:pt x="138" y="77"/>
                    <a:pt x="138" y="98"/>
                  </a:cubicBezTo>
                  <a:cubicBezTo>
                    <a:pt x="138" y="113"/>
                    <a:pt x="136" y="126"/>
                    <a:pt x="133" y="137"/>
                  </a:cubicBezTo>
                  <a:cubicBezTo>
                    <a:pt x="129" y="147"/>
                    <a:pt x="124" y="156"/>
                    <a:pt x="118" y="162"/>
                  </a:cubicBezTo>
                  <a:cubicBezTo>
                    <a:pt x="114" y="166"/>
                    <a:pt x="108" y="170"/>
                    <a:pt x="100" y="172"/>
                  </a:cubicBezTo>
                  <a:cubicBezTo>
                    <a:pt x="93" y="175"/>
                    <a:pt x="82" y="176"/>
                    <a:pt x="69" y="176"/>
                  </a:cubicBezTo>
                  <a:cubicBezTo>
                    <a:pt x="26" y="176"/>
                    <a:pt x="26" y="176"/>
                    <a:pt x="26" y="176"/>
                  </a:cubicBezTo>
                  <a:lnTo>
                    <a:pt x="26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Freeform 99"/>
            <p:cNvSpPr>
              <a:spLocks noEditPoints="1"/>
            </p:cNvSpPr>
            <p:nvPr userDrawn="1"/>
          </p:nvSpPr>
          <p:spPr bwMode="black">
            <a:xfrm>
              <a:off x="1989" y="3770"/>
              <a:ext cx="452" cy="490"/>
            </a:xfrm>
            <a:custGeom>
              <a:avLst/>
              <a:gdLst>
                <a:gd name="T0" fmla="*/ 11 w 191"/>
                <a:gd name="T1" fmla="*/ 156 h 207"/>
                <a:gd name="T2" fmla="*/ 45 w 191"/>
                <a:gd name="T3" fmla="*/ 193 h 207"/>
                <a:gd name="T4" fmla="*/ 96 w 191"/>
                <a:gd name="T5" fmla="*/ 207 h 207"/>
                <a:gd name="T6" fmla="*/ 144 w 191"/>
                <a:gd name="T7" fmla="*/ 195 h 207"/>
                <a:gd name="T8" fmla="*/ 179 w 191"/>
                <a:gd name="T9" fmla="*/ 158 h 207"/>
                <a:gd name="T10" fmla="*/ 191 w 191"/>
                <a:gd name="T11" fmla="*/ 104 h 207"/>
                <a:gd name="T12" fmla="*/ 180 w 191"/>
                <a:gd name="T13" fmla="*/ 50 h 207"/>
                <a:gd name="T14" fmla="*/ 146 w 191"/>
                <a:gd name="T15" fmla="*/ 13 h 207"/>
                <a:gd name="T16" fmla="*/ 96 w 191"/>
                <a:gd name="T17" fmla="*/ 0 h 207"/>
                <a:gd name="T18" fmla="*/ 27 w 191"/>
                <a:gd name="T19" fmla="*/ 28 h 207"/>
                <a:gd name="T20" fmla="*/ 0 w 191"/>
                <a:gd name="T21" fmla="*/ 106 h 207"/>
                <a:gd name="T22" fmla="*/ 11 w 191"/>
                <a:gd name="T23" fmla="*/ 156 h 207"/>
                <a:gd name="T24" fmla="*/ 48 w 191"/>
                <a:gd name="T25" fmla="*/ 42 h 207"/>
                <a:gd name="T26" fmla="*/ 96 w 191"/>
                <a:gd name="T27" fmla="*/ 23 h 207"/>
                <a:gd name="T28" fmla="*/ 132 w 191"/>
                <a:gd name="T29" fmla="*/ 33 h 207"/>
                <a:gd name="T30" fmla="*/ 156 w 191"/>
                <a:gd name="T31" fmla="*/ 61 h 207"/>
                <a:gd name="T32" fmla="*/ 164 w 191"/>
                <a:gd name="T33" fmla="*/ 104 h 207"/>
                <a:gd name="T34" fmla="*/ 145 w 191"/>
                <a:gd name="T35" fmla="*/ 163 h 207"/>
                <a:gd name="T36" fmla="*/ 96 w 191"/>
                <a:gd name="T37" fmla="*/ 184 h 207"/>
                <a:gd name="T38" fmla="*/ 47 w 191"/>
                <a:gd name="T39" fmla="*/ 164 h 207"/>
                <a:gd name="T40" fmla="*/ 27 w 191"/>
                <a:gd name="T41" fmla="*/ 107 h 207"/>
                <a:gd name="T42" fmla="*/ 48 w 191"/>
                <a:gd name="T43" fmla="*/ 4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1" h="207">
                  <a:moveTo>
                    <a:pt x="11" y="156"/>
                  </a:moveTo>
                  <a:cubicBezTo>
                    <a:pt x="19" y="172"/>
                    <a:pt x="30" y="184"/>
                    <a:pt x="45" y="193"/>
                  </a:cubicBezTo>
                  <a:cubicBezTo>
                    <a:pt x="60" y="203"/>
                    <a:pt x="77" y="207"/>
                    <a:pt x="96" y="207"/>
                  </a:cubicBezTo>
                  <a:cubicBezTo>
                    <a:pt x="113" y="207"/>
                    <a:pt x="129" y="203"/>
                    <a:pt x="144" y="195"/>
                  </a:cubicBezTo>
                  <a:cubicBezTo>
                    <a:pt x="159" y="187"/>
                    <a:pt x="171" y="174"/>
                    <a:pt x="179" y="158"/>
                  </a:cubicBezTo>
                  <a:cubicBezTo>
                    <a:pt x="187" y="142"/>
                    <a:pt x="191" y="124"/>
                    <a:pt x="191" y="104"/>
                  </a:cubicBezTo>
                  <a:cubicBezTo>
                    <a:pt x="191" y="84"/>
                    <a:pt x="188" y="66"/>
                    <a:pt x="180" y="50"/>
                  </a:cubicBezTo>
                  <a:cubicBezTo>
                    <a:pt x="172" y="34"/>
                    <a:pt x="161" y="22"/>
                    <a:pt x="146" y="13"/>
                  </a:cubicBezTo>
                  <a:cubicBezTo>
                    <a:pt x="131" y="4"/>
                    <a:pt x="114" y="0"/>
                    <a:pt x="96" y="0"/>
                  </a:cubicBezTo>
                  <a:cubicBezTo>
                    <a:pt x="68" y="0"/>
                    <a:pt x="45" y="9"/>
                    <a:pt x="27" y="28"/>
                  </a:cubicBezTo>
                  <a:cubicBezTo>
                    <a:pt x="9" y="47"/>
                    <a:pt x="0" y="73"/>
                    <a:pt x="0" y="106"/>
                  </a:cubicBezTo>
                  <a:cubicBezTo>
                    <a:pt x="0" y="124"/>
                    <a:pt x="4" y="140"/>
                    <a:pt x="11" y="156"/>
                  </a:cubicBezTo>
                  <a:close/>
                  <a:moveTo>
                    <a:pt x="48" y="42"/>
                  </a:moveTo>
                  <a:cubicBezTo>
                    <a:pt x="61" y="29"/>
                    <a:pt x="77" y="23"/>
                    <a:pt x="96" y="23"/>
                  </a:cubicBezTo>
                  <a:cubicBezTo>
                    <a:pt x="109" y="23"/>
                    <a:pt x="121" y="26"/>
                    <a:pt x="132" y="33"/>
                  </a:cubicBezTo>
                  <a:cubicBezTo>
                    <a:pt x="142" y="39"/>
                    <a:pt x="150" y="49"/>
                    <a:pt x="156" y="61"/>
                  </a:cubicBezTo>
                  <a:cubicBezTo>
                    <a:pt x="161" y="73"/>
                    <a:pt x="164" y="87"/>
                    <a:pt x="164" y="104"/>
                  </a:cubicBezTo>
                  <a:cubicBezTo>
                    <a:pt x="164" y="130"/>
                    <a:pt x="158" y="149"/>
                    <a:pt x="145" y="163"/>
                  </a:cubicBezTo>
                  <a:cubicBezTo>
                    <a:pt x="132" y="177"/>
                    <a:pt x="116" y="184"/>
                    <a:pt x="96" y="184"/>
                  </a:cubicBezTo>
                  <a:cubicBezTo>
                    <a:pt x="76" y="184"/>
                    <a:pt x="60" y="178"/>
                    <a:pt x="47" y="164"/>
                  </a:cubicBezTo>
                  <a:cubicBezTo>
                    <a:pt x="34" y="150"/>
                    <a:pt x="27" y="131"/>
                    <a:pt x="27" y="107"/>
                  </a:cubicBezTo>
                  <a:cubicBezTo>
                    <a:pt x="27" y="76"/>
                    <a:pt x="34" y="55"/>
                    <a:pt x="48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Freeform 100"/>
            <p:cNvSpPr>
              <a:spLocks/>
            </p:cNvSpPr>
            <p:nvPr userDrawn="1"/>
          </p:nvSpPr>
          <p:spPr bwMode="black">
            <a:xfrm>
              <a:off x="-994" y="2895"/>
              <a:ext cx="437" cy="490"/>
            </a:xfrm>
            <a:custGeom>
              <a:avLst/>
              <a:gdLst>
                <a:gd name="T0" fmla="*/ 159 w 185"/>
                <a:gd name="T1" fmla="*/ 125 h 207"/>
                <a:gd name="T2" fmla="*/ 159 w 185"/>
                <a:gd name="T3" fmla="*/ 163 h 207"/>
                <a:gd name="T4" fmla="*/ 134 w 185"/>
                <a:gd name="T5" fmla="*/ 177 h 207"/>
                <a:gd name="T6" fmla="*/ 101 w 185"/>
                <a:gd name="T7" fmla="*/ 183 h 207"/>
                <a:gd name="T8" fmla="*/ 63 w 185"/>
                <a:gd name="T9" fmla="*/ 175 h 207"/>
                <a:gd name="T10" fmla="*/ 36 w 185"/>
                <a:gd name="T11" fmla="*/ 148 h 207"/>
                <a:gd name="T12" fmla="*/ 27 w 185"/>
                <a:gd name="T13" fmla="*/ 103 h 207"/>
                <a:gd name="T14" fmla="*/ 35 w 185"/>
                <a:gd name="T15" fmla="*/ 63 h 207"/>
                <a:gd name="T16" fmla="*/ 48 w 185"/>
                <a:gd name="T17" fmla="*/ 43 h 207"/>
                <a:gd name="T18" fmla="*/ 69 w 185"/>
                <a:gd name="T19" fmla="*/ 28 h 207"/>
                <a:gd name="T20" fmla="*/ 100 w 185"/>
                <a:gd name="T21" fmla="*/ 23 h 207"/>
                <a:gd name="T22" fmla="*/ 128 w 185"/>
                <a:gd name="T23" fmla="*/ 28 h 207"/>
                <a:gd name="T24" fmla="*/ 147 w 185"/>
                <a:gd name="T25" fmla="*/ 42 h 207"/>
                <a:gd name="T26" fmla="*/ 158 w 185"/>
                <a:gd name="T27" fmla="*/ 66 h 207"/>
                <a:gd name="T28" fmla="*/ 182 w 185"/>
                <a:gd name="T29" fmla="*/ 60 h 207"/>
                <a:gd name="T30" fmla="*/ 167 w 185"/>
                <a:gd name="T31" fmla="*/ 27 h 207"/>
                <a:gd name="T32" fmla="*/ 139 w 185"/>
                <a:gd name="T33" fmla="*/ 7 h 207"/>
                <a:gd name="T34" fmla="*/ 100 w 185"/>
                <a:gd name="T35" fmla="*/ 0 h 207"/>
                <a:gd name="T36" fmla="*/ 47 w 185"/>
                <a:gd name="T37" fmla="*/ 13 h 207"/>
                <a:gd name="T38" fmla="*/ 12 w 185"/>
                <a:gd name="T39" fmla="*/ 50 h 207"/>
                <a:gd name="T40" fmla="*/ 0 w 185"/>
                <a:gd name="T41" fmla="*/ 105 h 207"/>
                <a:gd name="T42" fmla="*/ 12 w 185"/>
                <a:gd name="T43" fmla="*/ 158 h 207"/>
                <a:gd name="T44" fmla="*/ 49 w 185"/>
                <a:gd name="T45" fmla="*/ 195 h 207"/>
                <a:gd name="T46" fmla="*/ 102 w 185"/>
                <a:gd name="T47" fmla="*/ 207 h 207"/>
                <a:gd name="T48" fmla="*/ 145 w 185"/>
                <a:gd name="T49" fmla="*/ 199 h 207"/>
                <a:gd name="T50" fmla="*/ 185 w 185"/>
                <a:gd name="T51" fmla="*/ 176 h 207"/>
                <a:gd name="T52" fmla="*/ 185 w 185"/>
                <a:gd name="T53" fmla="*/ 102 h 207"/>
                <a:gd name="T54" fmla="*/ 100 w 185"/>
                <a:gd name="T55" fmla="*/ 102 h 207"/>
                <a:gd name="T56" fmla="*/ 100 w 185"/>
                <a:gd name="T57" fmla="*/ 125 h 207"/>
                <a:gd name="T58" fmla="*/ 159 w 185"/>
                <a:gd name="T59" fmla="*/ 12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5" h="207">
                  <a:moveTo>
                    <a:pt x="159" y="125"/>
                  </a:moveTo>
                  <a:cubicBezTo>
                    <a:pt x="159" y="163"/>
                    <a:pt x="159" y="163"/>
                    <a:pt x="159" y="163"/>
                  </a:cubicBezTo>
                  <a:cubicBezTo>
                    <a:pt x="153" y="168"/>
                    <a:pt x="145" y="172"/>
                    <a:pt x="134" y="177"/>
                  </a:cubicBezTo>
                  <a:cubicBezTo>
                    <a:pt x="123" y="181"/>
                    <a:pt x="112" y="183"/>
                    <a:pt x="101" y="183"/>
                  </a:cubicBezTo>
                  <a:cubicBezTo>
                    <a:pt x="87" y="183"/>
                    <a:pt x="75" y="180"/>
                    <a:pt x="63" y="175"/>
                  </a:cubicBezTo>
                  <a:cubicBezTo>
                    <a:pt x="52" y="169"/>
                    <a:pt x="43" y="160"/>
                    <a:pt x="36" y="148"/>
                  </a:cubicBezTo>
                  <a:cubicBezTo>
                    <a:pt x="30" y="136"/>
                    <a:pt x="27" y="121"/>
                    <a:pt x="27" y="103"/>
                  </a:cubicBezTo>
                  <a:cubicBezTo>
                    <a:pt x="27" y="89"/>
                    <a:pt x="30" y="75"/>
                    <a:pt x="35" y="63"/>
                  </a:cubicBezTo>
                  <a:cubicBezTo>
                    <a:pt x="38" y="56"/>
                    <a:pt x="42" y="49"/>
                    <a:pt x="48" y="43"/>
                  </a:cubicBezTo>
                  <a:cubicBezTo>
                    <a:pt x="53" y="37"/>
                    <a:pt x="60" y="32"/>
                    <a:pt x="69" y="28"/>
                  </a:cubicBezTo>
                  <a:cubicBezTo>
                    <a:pt x="78" y="25"/>
                    <a:pt x="88" y="23"/>
                    <a:pt x="100" y="23"/>
                  </a:cubicBezTo>
                  <a:cubicBezTo>
                    <a:pt x="110" y="23"/>
                    <a:pt x="120" y="25"/>
                    <a:pt x="128" y="28"/>
                  </a:cubicBezTo>
                  <a:cubicBezTo>
                    <a:pt x="136" y="32"/>
                    <a:pt x="143" y="36"/>
                    <a:pt x="147" y="42"/>
                  </a:cubicBezTo>
                  <a:cubicBezTo>
                    <a:pt x="151" y="48"/>
                    <a:pt x="155" y="56"/>
                    <a:pt x="158" y="66"/>
                  </a:cubicBezTo>
                  <a:cubicBezTo>
                    <a:pt x="182" y="60"/>
                    <a:pt x="182" y="60"/>
                    <a:pt x="182" y="60"/>
                  </a:cubicBezTo>
                  <a:cubicBezTo>
                    <a:pt x="179" y="46"/>
                    <a:pt x="174" y="35"/>
                    <a:pt x="167" y="27"/>
                  </a:cubicBezTo>
                  <a:cubicBezTo>
                    <a:pt x="160" y="19"/>
                    <a:pt x="151" y="12"/>
                    <a:pt x="139" y="7"/>
                  </a:cubicBezTo>
                  <a:cubicBezTo>
                    <a:pt x="128" y="3"/>
                    <a:pt x="115" y="0"/>
                    <a:pt x="100" y="0"/>
                  </a:cubicBezTo>
                  <a:cubicBezTo>
                    <a:pt x="80" y="0"/>
                    <a:pt x="63" y="4"/>
                    <a:pt x="47" y="13"/>
                  </a:cubicBezTo>
                  <a:cubicBezTo>
                    <a:pt x="32" y="21"/>
                    <a:pt x="20" y="33"/>
                    <a:pt x="12" y="50"/>
                  </a:cubicBezTo>
                  <a:cubicBezTo>
                    <a:pt x="4" y="67"/>
                    <a:pt x="0" y="85"/>
                    <a:pt x="0" y="105"/>
                  </a:cubicBezTo>
                  <a:cubicBezTo>
                    <a:pt x="0" y="124"/>
                    <a:pt x="4" y="142"/>
                    <a:pt x="12" y="158"/>
                  </a:cubicBezTo>
                  <a:cubicBezTo>
                    <a:pt x="20" y="174"/>
                    <a:pt x="33" y="186"/>
                    <a:pt x="49" y="195"/>
                  </a:cubicBezTo>
                  <a:cubicBezTo>
                    <a:pt x="65" y="203"/>
                    <a:pt x="83" y="207"/>
                    <a:pt x="102" y="207"/>
                  </a:cubicBezTo>
                  <a:cubicBezTo>
                    <a:pt x="117" y="207"/>
                    <a:pt x="131" y="205"/>
                    <a:pt x="145" y="199"/>
                  </a:cubicBezTo>
                  <a:cubicBezTo>
                    <a:pt x="159" y="194"/>
                    <a:pt x="172" y="186"/>
                    <a:pt x="185" y="176"/>
                  </a:cubicBezTo>
                  <a:cubicBezTo>
                    <a:pt x="185" y="102"/>
                    <a:pt x="185" y="102"/>
                    <a:pt x="185" y="102"/>
                  </a:cubicBezTo>
                  <a:cubicBezTo>
                    <a:pt x="100" y="102"/>
                    <a:pt x="100" y="102"/>
                    <a:pt x="100" y="102"/>
                  </a:cubicBezTo>
                  <a:cubicBezTo>
                    <a:pt x="100" y="125"/>
                    <a:pt x="100" y="125"/>
                    <a:pt x="100" y="125"/>
                  </a:cubicBezTo>
                  <a:lnTo>
                    <a:pt x="159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Freeform 101"/>
            <p:cNvSpPr>
              <a:spLocks noEditPoints="1"/>
            </p:cNvSpPr>
            <p:nvPr userDrawn="1"/>
          </p:nvSpPr>
          <p:spPr bwMode="black">
            <a:xfrm>
              <a:off x="-469" y="2904"/>
              <a:ext cx="416" cy="474"/>
            </a:xfrm>
            <a:custGeom>
              <a:avLst/>
              <a:gdLst>
                <a:gd name="T0" fmla="*/ 26 w 176"/>
                <a:gd name="T1" fmla="*/ 200 h 200"/>
                <a:gd name="T2" fmla="*/ 26 w 176"/>
                <a:gd name="T3" fmla="*/ 111 h 200"/>
                <a:gd name="T4" fmla="*/ 57 w 176"/>
                <a:gd name="T5" fmla="*/ 111 h 200"/>
                <a:gd name="T6" fmla="*/ 72 w 176"/>
                <a:gd name="T7" fmla="*/ 112 h 200"/>
                <a:gd name="T8" fmla="*/ 84 w 176"/>
                <a:gd name="T9" fmla="*/ 117 h 200"/>
                <a:gd name="T10" fmla="*/ 97 w 176"/>
                <a:gd name="T11" fmla="*/ 131 h 200"/>
                <a:gd name="T12" fmla="*/ 116 w 176"/>
                <a:gd name="T13" fmla="*/ 158 h 200"/>
                <a:gd name="T14" fmla="*/ 143 w 176"/>
                <a:gd name="T15" fmla="*/ 200 h 200"/>
                <a:gd name="T16" fmla="*/ 176 w 176"/>
                <a:gd name="T17" fmla="*/ 200 h 200"/>
                <a:gd name="T18" fmla="*/ 141 w 176"/>
                <a:gd name="T19" fmla="*/ 145 h 200"/>
                <a:gd name="T20" fmla="*/ 119 w 176"/>
                <a:gd name="T21" fmla="*/ 119 h 200"/>
                <a:gd name="T22" fmla="*/ 103 w 176"/>
                <a:gd name="T23" fmla="*/ 109 h 200"/>
                <a:gd name="T24" fmla="*/ 146 w 176"/>
                <a:gd name="T25" fmla="*/ 90 h 200"/>
                <a:gd name="T26" fmla="*/ 160 w 176"/>
                <a:gd name="T27" fmla="*/ 54 h 200"/>
                <a:gd name="T28" fmla="*/ 151 w 176"/>
                <a:gd name="T29" fmla="*/ 24 h 200"/>
                <a:gd name="T30" fmla="*/ 129 w 176"/>
                <a:gd name="T31" fmla="*/ 5 h 200"/>
                <a:gd name="T32" fmla="*/ 89 w 176"/>
                <a:gd name="T33" fmla="*/ 0 h 200"/>
                <a:gd name="T34" fmla="*/ 0 w 176"/>
                <a:gd name="T35" fmla="*/ 0 h 200"/>
                <a:gd name="T36" fmla="*/ 0 w 176"/>
                <a:gd name="T37" fmla="*/ 200 h 200"/>
                <a:gd name="T38" fmla="*/ 26 w 176"/>
                <a:gd name="T39" fmla="*/ 200 h 200"/>
                <a:gd name="T40" fmla="*/ 26 w 176"/>
                <a:gd name="T41" fmla="*/ 22 h 200"/>
                <a:gd name="T42" fmla="*/ 90 w 176"/>
                <a:gd name="T43" fmla="*/ 22 h 200"/>
                <a:gd name="T44" fmla="*/ 122 w 176"/>
                <a:gd name="T45" fmla="*/ 31 h 200"/>
                <a:gd name="T46" fmla="*/ 132 w 176"/>
                <a:gd name="T47" fmla="*/ 54 h 200"/>
                <a:gd name="T48" fmla="*/ 127 w 176"/>
                <a:gd name="T49" fmla="*/ 72 h 200"/>
                <a:gd name="T50" fmla="*/ 112 w 176"/>
                <a:gd name="T51" fmla="*/ 84 h 200"/>
                <a:gd name="T52" fmla="*/ 83 w 176"/>
                <a:gd name="T53" fmla="*/ 88 h 200"/>
                <a:gd name="T54" fmla="*/ 26 w 176"/>
                <a:gd name="T55" fmla="*/ 88 h 200"/>
                <a:gd name="T56" fmla="*/ 26 w 176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6" h="200">
                  <a:moveTo>
                    <a:pt x="26" y="200"/>
                  </a:moveTo>
                  <a:cubicBezTo>
                    <a:pt x="26" y="111"/>
                    <a:pt x="26" y="111"/>
                    <a:pt x="26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64" y="111"/>
                    <a:pt x="69" y="111"/>
                    <a:pt x="72" y="112"/>
                  </a:cubicBezTo>
                  <a:cubicBezTo>
                    <a:pt x="76" y="113"/>
                    <a:pt x="80" y="115"/>
                    <a:pt x="84" y="117"/>
                  </a:cubicBezTo>
                  <a:cubicBezTo>
                    <a:pt x="88" y="120"/>
                    <a:pt x="92" y="124"/>
                    <a:pt x="97" y="131"/>
                  </a:cubicBezTo>
                  <a:cubicBezTo>
                    <a:pt x="102" y="137"/>
                    <a:pt x="109" y="146"/>
                    <a:pt x="116" y="158"/>
                  </a:cubicBezTo>
                  <a:cubicBezTo>
                    <a:pt x="143" y="200"/>
                    <a:pt x="143" y="200"/>
                    <a:pt x="143" y="200"/>
                  </a:cubicBezTo>
                  <a:cubicBezTo>
                    <a:pt x="176" y="200"/>
                    <a:pt x="176" y="200"/>
                    <a:pt x="176" y="200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34" y="135"/>
                    <a:pt x="127" y="126"/>
                    <a:pt x="119" y="119"/>
                  </a:cubicBezTo>
                  <a:cubicBezTo>
                    <a:pt x="116" y="115"/>
                    <a:pt x="110" y="112"/>
                    <a:pt x="103" y="109"/>
                  </a:cubicBezTo>
                  <a:cubicBezTo>
                    <a:pt x="123" y="106"/>
                    <a:pt x="137" y="100"/>
                    <a:pt x="146" y="90"/>
                  </a:cubicBezTo>
                  <a:cubicBezTo>
                    <a:pt x="155" y="80"/>
                    <a:pt x="160" y="69"/>
                    <a:pt x="160" y="54"/>
                  </a:cubicBezTo>
                  <a:cubicBezTo>
                    <a:pt x="160" y="43"/>
                    <a:pt x="157" y="33"/>
                    <a:pt x="151" y="24"/>
                  </a:cubicBezTo>
                  <a:cubicBezTo>
                    <a:pt x="146" y="15"/>
                    <a:pt x="138" y="9"/>
                    <a:pt x="129" y="5"/>
                  </a:cubicBezTo>
                  <a:cubicBezTo>
                    <a:pt x="120" y="1"/>
                    <a:pt x="106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  <a:moveTo>
                    <a:pt x="26" y="22"/>
                  </a:moveTo>
                  <a:cubicBezTo>
                    <a:pt x="90" y="22"/>
                    <a:pt x="90" y="22"/>
                    <a:pt x="90" y="22"/>
                  </a:cubicBezTo>
                  <a:cubicBezTo>
                    <a:pt x="104" y="22"/>
                    <a:pt x="115" y="25"/>
                    <a:pt x="122" y="31"/>
                  </a:cubicBezTo>
                  <a:cubicBezTo>
                    <a:pt x="129" y="37"/>
                    <a:pt x="132" y="45"/>
                    <a:pt x="132" y="54"/>
                  </a:cubicBezTo>
                  <a:cubicBezTo>
                    <a:pt x="132" y="61"/>
                    <a:pt x="131" y="67"/>
                    <a:pt x="127" y="72"/>
                  </a:cubicBezTo>
                  <a:cubicBezTo>
                    <a:pt x="124" y="78"/>
                    <a:pt x="118" y="82"/>
                    <a:pt x="112" y="84"/>
                  </a:cubicBezTo>
                  <a:cubicBezTo>
                    <a:pt x="105" y="87"/>
                    <a:pt x="95" y="88"/>
                    <a:pt x="83" y="88"/>
                  </a:cubicBezTo>
                  <a:cubicBezTo>
                    <a:pt x="26" y="88"/>
                    <a:pt x="26" y="88"/>
                    <a:pt x="26" y="88"/>
                  </a:cubicBezTo>
                  <a:lnTo>
                    <a:pt x="26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Freeform 102"/>
            <p:cNvSpPr>
              <a:spLocks noEditPoints="1"/>
            </p:cNvSpPr>
            <p:nvPr userDrawn="1"/>
          </p:nvSpPr>
          <p:spPr bwMode="black">
            <a:xfrm>
              <a:off x="-51" y="2904"/>
              <a:ext cx="442" cy="474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39 h 200"/>
                <a:gd name="T4" fmla="*/ 133 w 187"/>
                <a:gd name="T5" fmla="*/ 139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6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79 w 187"/>
                <a:gd name="T19" fmla="*/ 59 h 200"/>
                <a:gd name="T20" fmla="*/ 90 w 187"/>
                <a:gd name="T21" fmla="*/ 21 h 200"/>
                <a:gd name="T22" fmla="*/ 104 w 187"/>
                <a:gd name="T23" fmla="*/ 62 h 200"/>
                <a:gd name="T24" fmla="*/ 125 w 187"/>
                <a:gd name="T25" fmla="*/ 118 h 200"/>
                <a:gd name="T26" fmla="*/ 57 w 187"/>
                <a:gd name="T27" fmla="*/ 118 h 200"/>
                <a:gd name="T28" fmla="*/ 79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39"/>
                    <a:pt x="50" y="139"/>
                    <a:pt x="50" y="139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79" y="59"/>
                  </a:moveTo>
                  <a:cubicBezTo>
                    <a:pt x="84" y="46"/>
                    <a:pt x="88" y="34"/>
                    <a:pt x="90" y="21"/>
                  </a:cubicBezTo>
                  <a:cubicBezTo>
                    <a:pt x="93" y="32"/>
                    <a:pt x="98" y="45"/>
                    <a:pt x="104" y="62"/>
                  </a:cubicBezTo>
                  <a:cubicBezTo>
                    <a:pt x="125" y="118"/>
                    <a:pt x="125" y="118"/>
                    <a:pt x="125" y="118"/>
                  </a:cubicBezTo>
                  <a:cubicBezTo>
                    <a:pt x="57" y="118"/>
                    <a:pt x="57" y="118"/>
                    <a:pt x="57" y="118"/>
                  </a:cubicBezTo>
                  <a:lnTo>
                    <a:pt x="79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103"/>
            <p:cNvSpPr>
              <a:spLocks/>
            </p:cNvSpPr>
            <p:nvPr userDrawn="1"/>
          </p:nvSpPr>
          <p:spPr bwMode="black">
            <a:xfrm>
              <a:off x="396" y="2904"/>
              <a:ext cx="376" cy="474"/>
            </a:xfrm>
            <a:custGeom>
              <a:avLst/>
              <a:gdLst>
                <a:gd name="T0" fmla="*/ 159 w 159"/>
                <a:gd name="T1" fmla="*/ 200 h 200"/>
                <a:gd name="T2" fmla="*/ 159 w 159"/>
                <a:gd name="T3" fmla="*/ 176 h 200"/>
                <a:gd name="T4" fmla="*/ 31 w 159"/>
                <a:gd name="T5" fmla="*/ 176 h 200"/>
                <a:gd name="T6" fmla="*/ 43 w 159"/>
                <a:gd name="T7" fmla="*/ 162 h 200"/>
                <a:gd name="T8" fmla="*/ 155 w 159"/>
                <a:gd name="T9" fmla="*/ 23 h 200"/>
                <a:gd name="T10" fmla="*/ 155 w 159"/>
                <a:gd name="T11" fmla="*/ 0 h 200"/>
                <a:gd name="T12" fmla="*/ 12 w 159"/>
                <a:gd name="T13" fmla="*/ 0 h 200"/>
                <a:gd name="T14" fmla="*/ 12 w 159"/>
                <a:gd name="T15" fmla="*/ 23 h 200"/>
                <a:gd name="T16" fmla="*/ 124 w 159"/>
                <a:gd name="T17" fmla="*/ 23 h 200"/>
                <a:gd name="T18" fmla="*/ 103 w 159"/>
                <a:gd name="T19" fmla="*/ 47 h 200"/>
                <a:gd name="T20" fmla="*/ 0 w 159"/>
                <a:gd name="T21" fmla="*/ 175 h 200"/>
                <a:gd name="T22" fmla="*/ 0 w 159"/>
                <a:gd name="T23" fmla="*/ 200 h 200"/>
                <a:gd name="T24" fmla="*/ 159 w 159"/>
                <a:gd name="T25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9" h="200">
                  <a:moveTo>
                    <a:pt x="159" y="200"/>
                  </a:moveTo>
                  <a:cubicBezTo>
                    <a:pt x="159" y="176"/>
                    <a:pt x="159" y="176"/>
                    <a:pt x="159" y="176"/>
                  </a:cubicBezTo>
                  <a:cubicBezTo>
                    <a:pt x="31" y="176"/>
                    <a:pt x="31" y="176"/>
                    <a:pt x="31" y="176"/>
                  </a:cubicBezTo>
                  <a:cubicBezTo>
                    <a:pt x="43" y="162"/>
                    <a:pt x="43" y="162"/>
                    <a:pt x="43" y="162"/>
                  </a:cubicBezTo>
                  <a:cubicBezTo>
                    <a:pt x="155" y="23"/>
                    <a:pt x="155" y="23"/>
                    <a:pt x="155" y="23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4" y="23"/>
                    <a:pt x="124" y="23"/>
                    <a:pt x="124" y="23"/>
                  </a:cubicBezTo>
                  <a:cubicBezTo>
                    <a:pt x="117" y="30"/>
                    <a:pt x="110" y="38"/>
                    <a:pt x="103" y="47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159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Rectangle 104"/>
            <p:cNvSpPr>
              <a:spLocks noChangeArrowheads="1"/>
            </p:cNvSpPr>
            <p:nvPr userDrawn="1"/>
          </p:nvSpPr>
          <p:spPr bwMode="black">
            <a:xfrm>
              <a:off x="843" y="2904"/>
              <a:ext cx="61" cy="47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105"/>
            <p:cNvSpPr>
              <a:spLocks/>
            </p:cNvSpPr>
            <p:nvPr userDrawn="1"/>
          </p:nvSpPr>
          <p:spPr bwMode="black">
            <a:xfrm>
              <a:off x="1011" y="2904"/>
              <a:ext cx="352" cy="474"/>
            </a:xfrm>
            <a:custGeom>
              <a:avLst/>
              <a:gdLst>
                <a:gd name="T0" fmla="*/ 352 w 352"/>
                <a:gd name="T1" fmla="*/ 474 h 474"/>
                <a:gd name="T2" fmla="*/ 352 w 352"/>
                <a:gd name="T3" fmla="*/ 417 h 474"/>
                <a:gd name="T4" fmla="*/ 61 w 352"/>
                <a:gd name="T5" fmla="*/ 417 h 474"/>
                <a:gd name="T6" fmla="*/ 61 w 352"/>
                <a:gd name="T7" fmla="*/ 256 h 474"/>
                <a:gd name="T8" fmla="*/ 323 w 352"/>
                <a:gd name="T9" fmla="*/ 256 h 474"/>
                <a:gd name="T10" fmla="*/ 323 w 352"/>
                <a:gd name="T11" fmla="*/ 201 h 474"/>
                <a:gd name="T12" fmla="*/ 61 w 352"/>
                <a:gd name="T13" fmla="*/ 201 h 474"/>
                <a:gd name="T14" fmla="*/ 61 w 352"/>
                <a:gd name="T15" fmla="*/ 55 h 474"/>
                <a:gd name="T16" fmla="*/ 340 w 352"/>
                <a:gd name="T17" fmla="*/ 55 h 474"/>
                <a:gd name="T18" fmla="*/ 340 w 352"/>
                <a:gd name="T19" fmla="*/ 0 h 474"/>
                <a:gd name="T20" fmla="*/ 0 w 352"/>
                <a:gd name="T21" fmla="*/ 0 h 474"/>
                <a:gd name="T22" fmla="*/ 0 w 352"/>
                <a:gd name="T23" fmla="*/ 474 h 474"/>
                <a:gd name="T24" fmla="*/ 352 w 352"/>
                <a:gd name="T25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2" h="474">
                  <a:moveTo>
                    <a:pt x="352" y="474"/>
                  </a:moveTo>
                  <a:lnTo>
                    <a:pt x="352" y="417"/>
                  </a:lnTo>
                  <a:lnTo>
                    <a:pt x="61" y="417"/>
                  </a:lnTo>
                  <a:lnTo>
                    <a:pt x="61" y="256"/>
                  </a:lnTo>
                  <a:lnTo>
                    <a:pt x="323" y="256"/>
                  </a:lnTo>
                  <a:lnTo>
                    <a:pt x="323" y="201"/>
                  </a:lnTo>
                  <a:lnTo>
                    <a:pt x="61" y="201"/>
                  </a:lnTo>
                  <a:lnTo>
                    <a:pt x="61" y="55"/>
                  </a:lnTo>
                  <a:lnTo>
                    <a:pt x="340" y="55"/>
                  </a:lnTo>
                  <a:lnTo>
                    <a:pt x="340" y="0"/>
                  </a:lnTo>
                  <a:lnTo>
                    <a:pt x="0" y="0"/>
                  </a:lnTo>
                  <a:lnTo>
                    <a:pt x="0" y="474"/>
                  </a:lnTo>
                  <a:lnTo>
                    <a:pt x="352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Freeform 106"/>
            <p:cNvSpPr>
              <a:spLocks noEditPoints="1"/>
            </p:cNvSpPr>
            <p:nvPr userDrawn="1"/>
          </p:nvSpPr>
          <p:spPr bwMode="black">
            <a:xfrm>
              <a:off x="2412" y="2909"/>
              <a:ext cx="393" cy="473"/>
            </a:xfrm>
            <a:custGeom>
              <a:avLst/>
              <a:gdLst>
                <a:gd name="T0" fmla="*/ 73 w 166"/>
                <a:gd name="T1" fmla="*/ 200 h 200"/>
                <a:gd name="T2" fmla="*/ 105 w 166"/>
                <a:gd name="T3" fmla="*/ 196 h 200"/>
                <a:gd name="T4" fmla="*/ 129 w 166"/>
                <a:gd name="T5" fmla="*/ 186 h 200"/>
                <a:gd name="T6" fmla="*/ 147 w 166"/>
                <a:gd name="T7" fmla="*/ 168 h 200"/>
                <a:gd name="T8" fmla="*/ 161 w 166"/>
                <a:gd name="T9" fmla="*/ 139 h 200"/>
                <a:gd name="T10" fmla="*/ 166 w 166"/>
                <a:gd name="T11" fmla="*/ 99 h 200"/>
                <a:gd name="T12" fmla="*/ 158 w 166"/>
                <a:gd name="T13" fmla="*/ 51 h 200"/>
                <a:gd name="T14" fmla="*/ 134 w 166"/>
                <a:gd name="T15" fmla="*/ 17 h 200"/>
                <a:gd name="T16" fmla="*/ 105 w 166"/>
                <a:gd name="T17" fmla="*/ 2 h 200"/>
                <a:gd name="T18" fmla="*/ 69 w 166"/>
                <a:gd name="T19" fmla="*/ 0 h 200"/>
                <a:gd name="T20" fmla="*/ 0 w 166"/>
                <a:gd name="T21" fmla="*/ 0 h 200"/>
                <a:gd name="T22" fmla="*/ 0 w 166"/>
                <a:gd name="T23" fmla="*/ 200 h 200"/>
                <a:gd name="T24" fmla="*/ 73 w 166"/>
                <a:gd name="T25" fmla="*/ 200 h 200"/>
                <a:gd name="T26" fmla="*/ 27 w 166"/>
                <a:gd name="T27" fmla="*/ 23 h 200"/>
                <a:gd name="T28" fmla="*/ 69 w 166"/>
                <a:gd name="T29" fmla="*/ 23 h 200"/>
                <a:gd name="T30" fmla="*/ 103 w 166"/>
                <a:gd name="T31" fmla="*/ 27 h 200"/>
                <a:gd name="T32" fmla="*/ 128 w 166"/>
                <a:gd name="T33" fmla="*/ 50 h 200"/>
                <a:gd name="T34" fmla="*/ 139 w 166"/>
                <a:gd name="T35" fmla="*/ 98 h 200"/>
                <a:gd name="T36" fmla="*/ 133 w 166"/>
                <a:gd name="T37" fmla="*/ 137 h 200"/>
                <a:gd name="T38" fmla="*/ 119 w 166"/>
                <a:gd name="T39" fmla="*/ 162 h 200"/>
                <a:gd name="T40" fmla="*/ 101 w 166"/>
                <a:gd name="T41" fmla="*/ 172 h 200"/>
                <a:gd name="T42" fmla="*/ 70 w 166"/>
                <a:gd name="T43" fmla="*/ 176 h 200"/>
                <a:gd name="T44" fmla="*/ 27 w 166"/>
                <a:gd name="T45" fmla="*/ 176 h 200"/>
                <a:gd name="T46" fmla="*/ 27 w 166"/>
                <a:gd name="T47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200">
                  <a:moveTo>
                    <a:pt x="73" y="200"/>
                  </a:moveTo>
                  <a:cubicBezTo>
                    <a:pt x="85" y="200"/>
                    <a:pt x="95" y="199"/>
                    <a:pt x="105" y="196"/>
                  </a:cubicBezTo>
                  <a:cubicBezTo>
                    <a:pt x="114" y="194"/>
                    <a:pt x="122" y="191"/>
                    <a:pt x="129" y="186"/>
                  </a:cubicBezTo>
                  <a:cubicBezTo>
                    <a:pt x="135" y="182"/>
                    <a:pt x="141" y="176"/>
                    <a:pt x="147" y="168"/>
                  </a:cubicBezTo>
                  <a:cubicBezTo>
                    <a:pt x="152" y="160"/>
                    <a:pt x="157" y="151"/>
                    <a:pt x="161" y="139"/>
                  </a:cubicBezTo>
                  <a:cubicBezTo>
                    <a:pt x="164" y="127"/>
                    <a:pt x="166" y="114"/>
                    <a:pt x="166" y="99"/>
                  </a:cubicBezTo>
                  <a:cubicBezTo>
                    <a:pt x="166" y="81"/>
                    <a:pt x="163" y="65"/>
                    <a:pt x="158" y="51"/>
                  </a:cubicBezTo>
                  <a:cubicBezTo>
                    <a:pt x="153" y="37"/>
                    <a:pt x="145" y="26"/>
                    <a:pt x="134" y="17"/>
                  </a:cubicBezTo>
                  <a:cubicBezTo>
                    <a:pt x="126" y="10"/>
                    <a:pt x="116" y="5"/>
                    <a:pt x="105" y="2"/>
                  </a:cubicBezTo>
                  <a:cubicBezTo>
                    <a:pt x="97" y="0"/>
                    <a:pt x="85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3" y="200"/>
                  </a:lnTo>
                  <a:close/>
                  <a:moveTo>
                    <a:pt x="27" y="23"/>
                  </a:moveTo>
                  <a:cubicBezTo>
                    <a:pt x="69" y="23"/>
                    <a:pt x="69" y="23"/>
                    <a:pt x="69" y="23"/>
                  </a:cubicBezTo>
                  <a:cubicBezTo>
                    <a:pt x="85" y="23"/>
                    <a:pt x="96" y="25"/>
                    <a:pt x="103" y="27"/>
                  </a:cubicBezTo>
                  <a:cubicBezTo>
                    <a:pt x="113" y="31"/>
                    <a:pt x="121" y="39"/>
                    <a:pt x="128" y="50"/>
                  </a:cubicBezTo>
                  <a:cubicBezTo>
                    <a:pt x="135" y="61"/>
                    <a:pt x="139" y="77"/>
                    <a:pt x="139" y="98"/>
                  </a:cubicBezTo>
                  <a:cubicBezTo>
                    <a:pt x="139" y="113"/>
                    <a:pt x="137" y="126"/>
                    <a:pt x="133" y="137"/>
                  </a:cubicBezTo>
                  <a:cubicBezTo>
                    <a:pt x="130" y="147"/>
                    <a:pt x="125" y="156"/>
                    <a:pt x="119" y="162"/>
                  </a:cubicBezTo>
                  <a:cubicBezTo>
                    <a:pt x="114" y="166"/>
                    <a:pt x="108" y="170"/>
                    <a:pt x="101" y="172"/>
                  </a:cubicBezTo>
                  <a:cubicBezTo>
                    <a:pt x="93" y="175"/>
                    <a:pt x="83" y="176"/>
                    <a:pt x="70" y="176"/>
                  </a:cubicBezTo>
                  <a:cubicBezTo>
                    <a:pt x="27" y="176"/>
                    <a:pt x="27" y="176"/>
                    <a:pt x="27" y="176"/>
                  </a:cubicBezTo>
                  <a:lnTo>
                    <a:pt x="27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Freeform 107"/>
            <p:cNvSpPr>
              <a:spLocks/>
            </p:cNvSpPr>
            <p:nvPr userDrawn="1"/>
          </p:nvSpPr>
          <p:spPr bwMode="black">
            <a:xfrm>
              <a:off x="2847" y="2909"/>
              <a:ext cx="374" cy="473"/>
            </a:xfrm>
            <a:custGeom>
              <a:avLst/>
              <a:gdLst>
                <a:gd name="T0" fmla="*/ 158 w 158"/>
                <a:gd name="T1" fmla="*/ 200 h 200"/>
                <a:gd name="T2" fmla="*/ 158 w 158"/>
                <a:gd name="T3" fmla="*/ 176 h 200"/>
                <a:gd name="T4" fmla="*/ 30 w 158"/>
                <a:gd name="T5" fmla="*/ 176 h 200"/>
                <a:gd name="T6" fmla="*/ 42 w 158"/>
                <a:gd name="T7" fmla="*/ 162 h 200"/>
                <a:gd name="T8" fmla="*/ 155 w 158"/>
                <a:gd name="T9" fmla="*/ 23 h 200"/>
                <a:gd name="T10" fmla="*/ 155 w 158"/>
                <a:gd name="T11" fmla="*/ 0 h 200"/>
                <a:gd name="T12" fmla="*/ 11 w 158"/>
                <a:gd name="T13" fmla="*/ 0 h 200"/>
                <a:gd name="T14" fmla="*/ 11 w 158"/>
                <a:gd name="T15" fmla="*/ 23 h 200"/>
                <a:gd name="T16" fmla="*/ 123 w 158"/>
                <a:gd name="T17" fmla="*/ 23 h 200"/>
                <a:gd name="T18" fmla="*/ 102 w 158"/>
                <a:gd name="T19" fmla="*/ 47 h 200"/>
                <a:gd name="T20" fmla="*/ 0 w 158"/>
                <a:gd name="T21" fmla="*/ 175 h 200"/>
                <a:gd name="T22" fmla="*/ 0 w 158"/>
                <a:gd name="T23" fmla="*/ 200 h 200"/>
                <a:gd name="T24" fmla="*/ 158 w 158"/>
                <a:gd name="T25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8" h="200">
                  <a:moveTo>
                    <a:pt x="158" y="200"/>
                  </a:moveTo>
                  <a:cubicBezTo>
                    <a:pt x="158" y="176"/>
                    <a:pt x="158" y="176"/>
                    <a:pt x="158" y="176"/>
                  </a:cubicBezTo>
                  <a:cubicBezTo>
                    <a:pt x="30" y="176"/>
                    <a:pt x="30" y="176"/>
                    <a:pt x="30" y="176"/>
                  </a:cubicBezTo>
                  <a:cubicBezTo>
                    <a:pt x="42" y="162"/>
                    <a:pt x="42" y="162"/>
                    <a:pt x="42" y="162"/>
                  </a:cubicBezTo>
                  <a:cubicBezTo>
                    <a:pt x="155" y="23"/>
                    <a:pt x="155" y="23"/>
                    <a:pt x="155" y="23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23" y="23"/>
                    <a:pt x="123" y="23"/>
                    <a:pt x="123" y="23"/>
                  </a:cubicBezTo>
                  <a:cubicBezTo>
                    <a:pt x="116" y="30"/>
                    <a:pt x="109" y="38"/>
                    <a:pt x="102" y="47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158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Rectangle 108"/>
            <p:cNvSpPr>
              <a:spLocks noChangeArrowheads="1"/>
            </p:cNvSpPr>
            <p:nvPr userDrawn="1"/>
          </p:nvSpPr>
          <p:spPr bwMode="black">
            <a:xfrm>
              <a:off x="3292" y="2909"/>
              <a:ext cx="63" cy="4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Freeform 109"/>
            <p:cNvSpPr>
              <a:spLocks noEditPoints="1"/>
            </p:cNvSpPr>
            <p:nvPr userDrawn="1"/>
          </p:nvSpPr>
          <p:spPr bwMode="black">
            <a:xfrm>
              <a:off x="3459" y="2909"/>
              <a:ext cx="353" cy="611"/>
            </a:xfrm>
            <a:custGeom>
              <a:avLst/>
              <a:gdLst>
                <a:gd name="T0" fmla="*/ 149 w 149"/>
                <a:gd name="T1" fmla="*/ 200 h 258"/>
                <a:gd name="T2" fmla="*/ 149 w 149"/>
                <a:gd name="T3" fmla="*/ 176 h 258"/>
                <a:gd name="T4" fmla="*/ 27 w 149"/>
                <a:gd name="T5" fmla="*/ 176 h 258"/>
                <a:gd name="T6" fmla="*/ 27 w 149"/>
                <a:gd name="T7" fmla="*/ 108 h 258"/>
                <a:gd name="T8" fmla="*/ 137 w 149"/>
                <a:gd name="T9" fmla="*/ 108 h 258"/>
                <a:gd name="T10" fmla="*/ 137 w 149"/>
                <a:gd name="T11" fmla="*/ 84 h 258"/>
                <a:gd name="T12" fmla="*/ 27 w 149"/>
                <a:gd name="T13" fmla="*/ 84 h 258"/>
                <a:gd name="T14" fmla="*/ 27 w 149"/>
                <a:gd name="T15" fmla="*/ 23 h 258"/>
                <a:gd name="T16" fmla="*/ 145 w 149"/>
                <a:gd name="T17" fmla="*/ 23 h 258"/>
                <a:gd name="T18" fmla="*/ 145 w 149"/>
                <a:gd name="T19" fmla="*/ 0 h 258"/>
                <a:gd name="T20" fmla="*/ 0 w 149"/>
                <a:gd name="T21" fmla="*/ 0 h 258"/>
                <a:gd name="T22" fmla="*/ 0 w 149"/>
                <a:gd name="T23" fmla="*/ 200 h 258"/>
                <a:gd name="T24" fmla="*/ 149 w 149"/>
                <a:gd name="T25" fmla="*/ 200 h 258"/>
                <a:gd name="T26" fmla="*/ 122 w 149"/>
                <a:gd name="T27" fmla="*/ 200 h 258"/>
                <a:gd name="T28" fmla="*/ 108 w 149"/>
                <a:gd name="T29" fmla="*/ 216 h 258"/>
                <a:gd name="T30" fmla="*/ 103 w 149"/>
                <a:gd name="T31" fmla="*/ 233 h 258"/>
                <a:gd name="T32" fmla="*/ 105 w 149"/>
                <a:gd name="T33" fmla="*/ 243 h 258"/>
                <a:gd name="T34" fmla="*/ 110 w 149"/>
                <a:gd name="T35" fmla="*/ 251 h 258"/>
                <a:gd name="T36" fmla="*/ 119 w 149"/>
                <a:gd name="T37" fmla="*/ 256 h 258"/>
                <a:gd name="T38" fmla="*/ 131 w 149"/>
                <a:gd name="T39" fmla="*/ 258 h 258"/>
                <a:gd name="T40" fmla="*/ 149 w 149"/>
                <a:gd name="T41" fmla="*/ 254 h 258"/>
                <a:gd name="T42" fmla="*/ 149 w 149"/>
                <a:gd name="T43" fmla="*/ 236 h 258"/>
                <a:gd name="T44" fmla="*/ 143 w 149"/>
                <a:gd name="T45" fmla="*/ 239 h 258"/>
                <a:gd name="T46" fmla="*/ 137 w 149"/>
                <a:gd name="T47" fmla="*/ 239 h 258"/>
                <a:gd name="T48" fmla="*/ 127 w 149"/>
                <a:gd name="T49" fmla="*/ 235 h 258"/>
                <a:gd name="T50" fmla="*/ 124 w 149"/>
                <a:gd name="T51" fmla="*/ 226 h 258"/>
                <a:gd name="T52" fmla="*/ 128 w 149"/>
                <a:gd name="T53" fmla="*/ 212 h 258"/>
                <a:gd name="T54" fmla="*/ 140 w 149"/>
                <a:gd name="T55" fmla="*/ 200 h 258"/>
                <a:gd name="T56" fmla="*/ 122 w 149"/>
                <a:gd name="T57" fmla="*/ 20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9" h="258">
                  <a:moveTo>
                    <a:pt x="149" y="200"/>
                  </a:moveTo>
                  <a:cubicBezTo>
                    <a:pt x="149" y="176"/>
                    <a:pt x="149" y="176"/>
                    <a:pt x="149" y="176"/>
                  </a:cubicBezTo>
                  <a:cubicBezTo>
                    <a:pt x="27" y="176"/>
                    <a:pt x="27" y="176"/>
                    <a:pt x="27" y="176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137" y="108"/>
                    <a:pt x="137" y="108"/>
                    <a:pt x="137" y="108"/>
                  </a:cubicBezTo>
                  <a:cubicBezTo>
                    <a:pt x="137" y="84"/>
                    <a:pt x="137" y="84"/>
                    <a:pt x="137" y="84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149" y="200"/>
                  </a:lnTo>
                  <a:close/>
                  <a:moveTo>
                    <a:pt x="122" y="200"/>
                  </a:moveTo>
                  <a:cubicBezTo>
                    <a:pt x="116" y="205"/>
                    <a:pt x="111" y="210"/>
                    <a:pt x="108" y="216"/>
                  </a:cubicBezTo>
                  <a:cubicBezTo>
                    <a:pt x="105" y="222"/>
                    <a:pt x="103" y="227"/>
                    <a:pt x="103" y="233"/>
                  </a:cubicBezTo>
                  <a:cubicBezTo>
                    <a:pt x="103" y="237"/>
                    <a:pt x="104" y="240"/>
                    <a:pt x="105" y="243"/>
                  </a:cubicBezTo>
                  <a:cubicBezTo>
                    <a:pt x="106" y="246"/>
                    <a:pt x="108" y="249"/>
                    <a:pt x="110" y="251"/>
                  </a:cubicBezTo>
                  <a:cubicBezTo>
                    <a:pt x="112" y="253"/>
                    <a:pt x="115" y="255"/>
                    <a:pt x="119" y="256"/>
                  </a:cubicBezTo>
                  <a:cubicBezTo>
                    <a:pt x="122" y="258"/>
                    <a:pt x="126" y="258"/>
                    <a:pt x="131" y="258"/>
                  </a:cubicBezTo>
                  <a:cubicBezTo>
                    <a:pt x="137" y="258"/>
                    <a:pt x="143" y="257"/>
                    <a:pt x="149" y="254"/>
                  </a:cubicBezTo>
                  <a:cubicBezTo>
                    <a:pt x="149" y="236"/>
                    <a:pt x="149" y="236"/>
                    <a:pt x="149" y="236"/>
                  </a:cubicBezTo>
                  <a:cubicBezTo>
                    <a:pt x="148" y="237"/>
                    <a:pt x="146" y="238"/>
                    <a:pt x="143" y="239"/>
                  </a:cubicBezTo>
                  <a:cubicBezTo>
                    <a:pt x="141" y="239"/>
                    <a:pt x="139" y="239"/>
                    <a:pt x="137" y="239"/>
                  </a:cubicBezTo>
                  <a:cubicBezTo>
                    <a:pt x="132" y="239"/>
                    <a:pt x="129" y="238"/>
                    <a:pt x="127" y="235"/>
                  </a:cubicBezTo>
                  <a:cubicBezTo>
                    <a:pt x="125" y="233"/>
                    <a:pt x="124" y="230"/>
                    <a:pt x="124" y="226"/>
                  </a:cubicBezTo>
                  <a:cubicBezTo>
                    <a:pt x="124" y="221"/>
                    <a:pt x="125" y="216"/>
                    <a:pt x="128" y="212"/>
                  </a:cubicBezTo>
                  <a:cubicBezTo>
                    <a:pt x="131" y="207"/>
                    <a:pt x="135" y="203"/>
                    <a:pt x="140" y="200"/>
                  </a:cubicBezTo>
                  <a:lnTo>
                    <a:pt x="122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Freeform 110"/>
            <p:cNvSpPr>
              <a:spLocks/>
            </p:cNvSpPr>
            <p:nvPr userDrawn="1"/>
          </p:nvSpPr>
          <p:spPr bwMode="black">
            <a:xfrm>
              <a:off x="3890" y="2909"/>
              <a:ext cx="392" cy="473"/>
            </a:xfrm>
            <a:custGeom>
              <a:avLst/>
              <a:gdLst>
                <a:gd name="T0" fmla="*/ 64 w 392"/>
                <a:gd name="T1" fmla="*/ 473 h 473"/>
                <a:gd name="T2" fmla="*/ 64 w 392"/>
                <a:gd name="T3" fmla="*/ 308 h 473"/>
                <a:gd name="T4" fmla="*/ 139 w 392"/>
                <a:gd name="T5" fmla="*/ 232 h 473"/>
                <a:gd name="T6" fmla="*/ 309 w 392"/>
                <a:gd name="T7" fmla="*/ 473 h 473"/>
                <a:gd name="T8" fmla="*/ 392 w 392"/>
                <a:gd name="T9" fmla="*/ 473 h 473"/>
                <a:gd name="T10" fmla="*/ 184 w 392"/>
                <a:gd name="T11" fmla="*/ 192 h 473"/>
                <a:gd name="T12" fmla="*/ 383 w 392"/>
                <a:gd name="T13" fmla="*/ 0 h 473"/>
                <a:gd name="T14" fmla="*/ 298 w 392"/>
                <a:gd name="T15" fmla="*/ 0 h 473"/>
                <a:gd name="T16" fmla="*/ 64 w 392"/>
                <a:gd name="T17" fmla="*/ 234 h 473"/>
                <a:gd name="T18" fmla="*/ 64 w 392"/>
                <a:gd name="T19" fmla="*/ 0 h 473"/>
                <a:gd name="T20" fmla="*/ 0 w 392"/>
                <a:gd name="T21" fmla="*/ 0 h 473"/>
                <a:gd name="T22" fmla="*/ 0 w 392"/>
                <a:gd name="T23" fmla="*/ 473 h 473"/>
                <a:gd name="T24" fmla="*/ 64 w 392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2" h="473">
                  <a:moveTo>
                    <a:pt x="64" y="473"/>
                  </a:moveTo>
                  <a:lnTo>
                    <a:pt x="64" y="308"/>
                  </a:lnTo>
                  <a:lnTo>
                    <a:pt x="139" y="232"/>
                  </a:lnTo>
                  <a:lnTo>
                    <a:pt x="309" y="473"/>
                  </a:lnTo>
                  <a:lnTo>
                    <a:pt x="392" y="473"/>
                  </a:lnTo>
                  <a:lnTo>
                    <a:pt x="184" y="192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4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64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Freeform 111"/>
            <p:cNvSpPr>
              <a:spLocks/>
            </p:cNvSpPr>
            <p:nvPr userDrawn="1"/>
          </p:nvSpPr>
          <p:spPr bwMode="black">
            <a:xfrm>
              <a:off x="4327" y="2909"/>
              <a:ext cx="374" cy="480"/>
            </a:xfrm>
            <a:custGeom>
              <a:avLst/>
              <a:gdLst>
                <a:gd name="T0" fmla="*/ 131 w 158"/>
                <a:gd name="T1" fmla="*/ 115 h 203"/>
                <a:gd name="T2" fmla="*/ 119 w 158"/>
                <a:gd name="T3" fmla="*/ 166 h 203"/>
                <a:gd name="T4" fmla="*/ 77 w 158"/>
                <a:gd name="T5" fmla="*/ 179 h 203"/>
                <a:gd name="T6" fmla="*/ 48 w 158"/>
                <a:gd name="T7" fmla="*/ 173 h 203"/>
                <a:gd name="T8" fmla="*/ 32 w 158"/>
                <a:gd name="T9" fmla="*/ 153 h 203"/>
                <a:gd name="T10" fmla="*/ 27 w 158"/>
                <a:gd name="T11" fmla="*/ 115 h 203"/>
                <a:gd name="T12" fmla="*/ 27 w 158"/>
                <a:gd name="T13" fmla="*/ 0 h 203"/>
                <a:gd name="T14" fmla="*/ 0 w 158"/>
                <a:gd name="T15" fmla="*/ 0 h 203"/>
                <a:gd name="T16" fmla="*/ 0 w 158"/>
                <a:gd name="T17" fmla="*/ 115 h 203"/>
                <a:gd name="T18" fmla="*/ 8 w 158"/>
                <a:gd name="T19" fmla="*/ 165 h 203"/>
                <a:gd name="T20" fmla="*/ 34 w 158"/>
                <a:gd name="T21" fmla="*/ 193 h 203"/>
                <a:gd name="T22" fmla="*/ 80 w 158"/>
                <a:gd name="T23" fmla="*/ 203 h 203"/>
                <a:gd name="T24" fmla="*/ 126 w 158"/>
                <a:gd name="T25" fmla="*/ 192 h 203"/>
                <a:gd name="T26" fmla="*/ 151 w 158"/>
                <a:gd name="T27" fmla="*/ 163 h 203"/>
                <a:gd name="T28" fmla="*/ 158 w 158"/>
                <a:gd name="T29" fmla="*/ 115 h 203"/>
                <a:gd name="T30" fmla="*/ 158 w 158"/>
                <a:gd name="T31" fmla="*/ 0 h 203"/>
                <a:gd name="T32" fmla="*/ 131 w 158"/>
                <a:gd name="T33" fmla="*/ 0 h 203"/>
                <a:gd name="T34" fmla="*/ 131 w 158"/>
                <a:gd name="T35" fmla="*/ 115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8" h="203">
                  <a:moveTo>
                    <a:pt x="131" y="115"/>
                  </a:moveTo>
                  <a:cubicBezTo>
                    <a:pt x="131" y="140"/>
                    <a:pt x="127" y="157"/>
                    <a:pt x="119" y="166"/>
                  </a:cubicBezTo>
                  <a:cubicBezTo>
                    <a:pt x="111" y="175"/>
                    <a:pt x="97" y="179"/>
                    <a:pt x="77" y="179"/>
                  </a:cubicBezTo>
                  <a:cubicBezTo>
                    <a:pt x="66" y="179"/>
                    <a:pt x="56" y="177"/>
                    <a:pt x="48" y="173"/>
                  </a:cubicBezTo>
                  <a:cubicBezTo>
                    <a:pt x="41" y="168"/>
                    <a:pt x="35" y="162"/>
                    <a:pt x="32" y="153"/>
                  </a:cubicBezTo>
                  <a:cubicBezTo>
                    <a:pt x="28" y="145"/>
                    <a:pt x="27" y="132"/>
                    <a:pt x="27" y="115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36"/>
                    <a:pt x="3" y="153"/>
                    <a:pt x="8" y="165"/>
                  </a:cubicBezTo>
                  <a:cubicBezTo>
                    <a:pt x="13" y="178"/>
                    <a:pt x="22" y="187"/>
                    <a:pt x="34" y="193"/>
                  </a:cubicBezTo>
                  <a:cubicBezTo>
                    <a:pt x="45" y="200"/>
                    <a:pt x="61" y="203"/>
                    <a:pt x="80" y="203"/>
                  </a:cubicBezTo>
                  <a:cubicBezTo>
                    <a:pt x="99" y="203"/>
                    <a:pt x="114" y="199"/>
                    <a:pt x="126" y="192"/>
                  </a:cubicBezTo>
                  <a:cubicBezTo>
                    <a:pt x="138" y="185"/>
                    <a:pt x="146" y="175"/>
                    <a:pt x="151" y="163"/>
                  </a:cubicBezTo>
                  <a:cubicBezTo>
                    <a:pt x="156" y="151"/>
                    <a:pt x="158" y="135"/>
                    <a:pt x="158" y="115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31" y="0"/>
                    <a:pt x="131" y="0"/>
                    <a:pt x="131" y="0"/>
                  </a:cubicBezTo>
                  <a:lnTo>
                    <a:pt x="131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Freeform 112"/>
            <p:cNvSpPr>
              <a:spLocks/>
            </p:cNvSpPr>
            <p:nvPr userDrawn="1"/>
          </p:nvSpPr>
          <p:spPr bwMode="black">
            <a:xfrm>
              <a:off x="4764" y="2909"/>
              <a:ext cx="263" cy="480"/>
            </a:xfrm>
            <a:custGeom>
              <a:avLst/>
              <a:gdLst>
                <a:gd name="T0" fmla="*/ 14 w 111"/>
                <a:gd name="T1" fmla="*/ 188 h 203"/>
                <a:gd name="T2" fmla="*/ 54 w 111"/>
                <a:gd name="T3" fmla="*/ 203 h 203"/>
                <a:gd name="T4" fmla="*/ 85 w 111"/>
                <a:gd name="T5" fmla="*/ 196 h 203"/>
                <a:gd name="T6" fmla="*/ 105 w 111"/>
                <a:gd name="T7" fmla="*/ 175 h 203"/>
                <a:gd name="T8" fmla="*/ 111 w 111"/>
                <a:gd name="T9" fmla="*/ 136 h 203"/>
                <a:gd name="T10" fmla="*/ 111 w 111"/>
                <a:gd name="T11" fmla="*/ 0 h 203"/>
                <a:gd name="T12" fmla="*/ 84 w 111"/>
                <a:gd name="T13" fmla="*/ 0 h 203"/>
                <a:gd name="T14" fmla="*/ 84 w 111"/>
                <a:gd name="T15" fmla="*/ 137 h 203"/>
                <a:gd name="T16" fmla="*/ 81 w 111"/>
                <a:gd name="T17" fmla="*/ 163 h 203"/>
                <a:gd name="T18" fmla="*/ 72 w 111"/>
                <a:gd name="T19" fmla="*/ 175 h 203"/>
                <a:gd name="T20" fmla="*/ 54 w 111"/>
                <a:gd name="T21" fmla="*/ 180 h 203"/>
                <a:gd name="T22" fmla="*/ 33 w 111"/>
                <a:gd name="T23" fmla="*/ 171 h 203"/>
                <a:gd name="T24" fmla="*/ 25 w 111"/>
                <a:gd name="T25" fmla="*/ 140 h 203"/>
                <a:gd name="T26" fmla="*/ 1 w 111"/>
                <a:gd name="T27" fmla="*/ 143 h 203"/>
                <a:gd name="T28" fmla="*/ 14 w 111"/>
                <a:gd name="T29" fmla="*/ 18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1" h="203">
                  <a:moveTo>
                    <a:pt x="14" y="188"/>
                  </a:moveTo>
                  <a:cubicBezTo>
                    <a:pt x="23" y="198"/>
                    <a:pt x="37" y="203"/>
                    <a:pt x="54" y="203"/>
                  </a:cubicBezTo>
                  <a:cubicBezTo>
                    <a:pt x="66" y="203"/>
                    <a:pt x="77" y="201"/>
                    <a:pt x="85" y="196"/>
                  </a:cubicBezTo>
                  <a:cubicBezTo>
                    <a:pt x="94" y="191"/>
                    <a:pt x="101" y="184"/>
                    <a:pt x="105" y="175"/>
                  </a:cubicBezTo>
                  <a:cubicBezTo>
                    <a:pt x="109" y="166"/>
                    <a:pt x="111" y="153"/>
                    <a:pt x="111" y="136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137"/>
                    <a:pt x="84" y="137"/>
                    <a:pt x="84" y="137"/>
                  </a:cubicBezTo>
                  <a:cubicBezTo>
                    <a:pt x="84" y="149"/>
                    <a:pt x="83" y="157"/>
                    <a:pt x="81" y="163"/>
                  </a:cubicBezTo>
                  <a:cubicBezTo>
                    <a:pt x="80" y="168"/>
                    <a:pt x="76" y="172"/>
                    <a:pt x="72" y="175"/>
                  </a:cubicBezTo>
                  <a:cubicBezTo>
                    <a:pt x="67" y="178"/>
                    <a:pt x="61" y="180"/>
                    <a:pt x="54" y="180"/>
                  </a:cubicBezTo>
                  <a:cubicBezTo>
                    <a:pt x="45" y="180"/>
                    <a:pt x="38" y="177"/>
                    <a:pt x="33" y="171"/>
                  </a:cubicBezTo>
                  <a:cubicBezTo>
                    <a:pt x="28" y="165"/>
                    <a:pt x="25" y="155"/>
                    <a:pt x="25" y="140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0" y="163"/>
                    <a:pt x="5" y="178"/>
                    <a:pt x="14" y="1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Freeform 113"/>
            <p:cNvSpPr>
              <a:spLocks noEditPoints="1"/>
            </p:cNvSpPr>
            <p:nvPr userDrawn="1"/>
          </p:nvSpPr>
          <p:spPr bwMode="black">
            <a:xfrm>
              <a:off x="5124" y="2909"/>
              <a:ext cx="352" cy="611"/>
            </a:xfrm>
            <a:custGeom>
              <a:avLst/>
              <a:gdLst>
                <a:gd name="T0" fmla="*/ 149 w 149"/>
                <a:gd name="T1" fmla="*/ 200 h 258"/>
                <a:gd name="T2" fmla="*/ 149 w 149"/>
                <a:gd name="T3" fmla="*/ 176 h 258"/>
                <a:gd name="T4" fmla="*/ 26 w 149"/>
                <a:gd name="T5" fmla="*/ 176 h 258"/>
                <a:gd name="T6" fmla="*/ 26 w 149"/>
                <a:gd name="T7" fmla="*/ 108 h 258"/>
                <a:gd name="T8" fmla="*/ 137 w 149"/>
                <a:gd name="T9" fmla="*/ 108 h 258"/>
                <a:gd name="T10" fmla="*/ 137 w 149"/>
                <a:gd name="T11" fmla="*/ 84 h 258"/>
                <a:gd name="T12" fmla="*/ 26 w 149"/>
                <a:gd name="T13" fmla="*/ 84 h 258"/>
                <a:gd name="T14" fmla="*/ 26 w 149"/>
                <a:gd name="T15" fmla="*/ 23 h 258"/>
                <a:gd name="T16" fmla="*/ 144 w 149"/>
                <a:gd name="T17" fmla="*/ 23 h 258"/>
                <a:gd name="T18" fmla="*/ 144 w 149"/>
                <a:gd name="T19" fmla="*/ 0 h 258"/>
                <a:gd name="T20" fmla="*/ 0 w 149"/>
                <a:gd name="T21" fmla="*/ 0 h 258"/>
                <a:gd name="T22" fmla="*/ 0 w 149"/>
                <a:gd name="T23" fmla="*/ 200 h 258"/>
                <a:gd name="T24" fmla="*/ 149 w 149"/>
                <a:gd name="T25" fmla="*/ 200 h 258"/>
                <a:gd name="T26" fmla="*/ 122 w 149"/>
                <a:gd name="T27" fmla="*/ 200 h 258"/>
                <a:gd name="T28" fmla="*/ 108 w 149"/>
                <a:gd name="T29" fmla="*/ 216 h 258"/>
                <a:gd name="T30" fmla="*/ 103 w 149"/>
                <a:gd name="T31" fmla="*/ 233 h 258"/>
                <a:gd name="T32" fmla="*/ 105 w 149"/>
                <a:gd name="T33" fmla="*/ 243 h 258"/>
                <a:gd name="T34" fmla="*/ 110 w 149"/>
                <a:gd name="T35" fmla="*/ 251 h 258"/>
                <a:gd name="T36" fmla="*/ 118 w 149"/>
                <a:gd name="T37" fmla="*/ 256 h 258"/>
                <a:gd name="T38" fmla="*/ 131 w 149"/>
                <a:gd name="T39" fmla="*/ 258 h 258"/>
                <a:gd name="T40" fmla="*/ 149 w 149"/>
                <a:gd name="T41" fmla="*/ 254 h 258"/>
                <a:gd name="T42" fmla="*/ 149 w 149"/>
                <a:gd name="T43" fmla="*/ 236 h 258"/>
                <a:gd name="T44" fmla="*/ 143 w 149"/>
                <a:gd name="T45" fmla="*/ 239 h 258"/>
                <a:gd name="T46" fmla="*/ 137 w 149"/>
                <a:gd name="T47" fmla="*/ 239 h 258"/>
                <a:gd name="T48" fmla="*/ 126 w 149"/>
                <a:gd name="T49" fmla="*/ 235 h 258"/>
                <a:gd name="T50" fmla="*/ 123 w 149"/>
                <a:gd name="T51" fmla="*/ 226 h 258"/>
                <a:gd name="T52" fmla="*/ 128 w 149"/>
                <a:gd name="T53" fmla="*/ 212 h 258"/>
                <a:gd name="T54" fmla="*/ 140 w 149"/>
                <a:gd name="T55" fmla="*/ 200 h 258"/>
                <a:gd name="T56" fmla="*/ 122 w 149"/>
                <a:gd name="T57" fmla="*/ 20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9" h="258">
                  <a:moveTo>
                    <a:pt x="149" y="200"/>
                  </a:moveTo>
                  <a:cubicBezTo>
                    <a:pt x="149" y="176"/>
                    <a:pt x="149" y="176"/>
                    <a:pt x="149" y="176"/>
                  </a:cubicBezTo>
                  <a:cubicBezTo>
                    <a:pt x="26" y="176"/>
                    <a:pt x="26" y="176"/>
                    <a:pt x="26" y="176"/>
                  </a:cubicBezTo>
                  <a:cubicBezTo>
                    <a:pt x="26" y="108"/>
                    <a:pt x="26" y="108"/>
                    <a:pt x="26" y="108"/>
                  </a:cubicBezTo>
                  <a:cubicBezTo>
                    <a:pt x="137" y="108"/>
                    <a:pt x="137" y="108"/>
                    <a:pt x="137" y="108"/>
                  </a:cubicBezTo>
                  <a:cubicBezTo>
                    <a:pt x="137" y="84"/>
                    <a:pt x="137" y="84"/>
                    <a:pt x="13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149" y="200"/>
                  </a:lnTo>
                  <a:close/>
                  <a:moveTo>
                    <a:pt x="122" y="200"/>
                  </a:moveTo>
                  <a:cubicBezTo>
                    <a:pt x="116" y="205"/>
                    <a:pt x="111" y="210"/>
                    <a:pt x="108" y="216"/>
                  </a:cubicBezTo>
                  <a:cubicBezTo>
                    <a:pt x="104" y="222"/>
                    <a:pt x="103" y="227"/>
                    <a:pt x="103" y="233"/>
                  </a:cubicBezTo>
                  <a:cubicBezTo>
                    <a:pt x="103" y="237"/>
                    <a:pt x="103" y="240"/>
                    <a:pt x="105" y="243"/>
                  </a:cubicBezTo>
                  <a:cubicBezTo>
                    <a:pt x="106" y="246"/>
                    <a:pt x="107" y="249"/>
                    <a:pt x="110" y="251"/>
                  </a:cubicBezTo>
                  <a:cubicBezTo>
                    <a:pt x="112" y="253"/>
                    <a:pt x="115" y="255"/>
                    <a:pt x="118" y="256"/>
                  </a:cubicBezTo>
                  <a:cubicBezTo>
                    <a:pt x="122" y="258"/>
                    <a:pt x="126" y="258"/>
                    <a:pt x="131" y="258"/>
                  </a:cubicBezTo>
                  <a:cubicBezTo>
                    <a:pt x="136" y="258"/>
                    <a:pt x="142" y="257"/>
                    <a:pt x="149" y="254"/>
                  </a:cubicBezTo>
                  <a:cubicBezTo>
                    <a:pt x="149" y="236"/>
                    <a:pt x="149" y="236"/>
                    <a:pt x="149" y="236"/>
                  </a:cubicBezTo>
                  <a:cubicBezTo>
                    <a:pt x="147" y="237"/>
                    <a:pt x="145" y="238"/>
                    <a:pt x="143" y="239"/>
                  </a:cubicBezTo>
                  <a:cubicBezTo>
                    <a:pt x="141" y="239"/>
                    <a:pt x="139" y="239"/>
                    <a:pt x="137" y="239"/>
                  </a:cubicBezTo>
                  <a:cubicBezTo>
                    <a:pt x="132" y="239"/>
                    <a:pt x="129" y="238"/>
                    <a:pt x="126" y="235"/>
                  </a:cubicBezTo>
                  <a:cubicBezTo>
                    <a:pt x="124" y="233"/>
                    <a:pt x="123" y="230"/>
                    <a:pt x="123" y="226"/>
                  </a:cubicBezTo>
                  <a:cubicBezTo>
                    <a:pt x="123" y="221"/>
                    <a:pt x="125" y="216"/>
                    <a:pt x="128" y="212"/>
                  </a:cubicBezTo>
                  <a:cubicBezTo>
                    <a:pt x="130" y="207"/>
                    <a:pt x="135" y="203"/>
                    <a:pt x="140" y="200"/>
                  </a:cubicBezTo>
                  <a:lnTo>
                    <a:pt x="122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0" name="TextBox 129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2015 Lenovo Internal. All rights reserved.</a:t>
            </a:r>
          </a:p>
        </p:txBody>
      </p:sp>
      <p:pic>
        <p:nvPicPr>
          <p:cNvPr id="131" name="Picture 13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83671" y="3056111"/>
            <a:ext cx="2412869" cy="803786"/>
          </a:xfrm>
          <a:prstGeom prst="rect">
            <a:avLst/>
          </a:prstGeom>
        </p:spPr>
      </p:pic>
      <p:grpSp>
        <p:nvGrpSpPr>
          <p:cNvPr id="3" name="Group 2"/>
          <p:cNvGrpSpPr/>
          <p:nvPr userDrawn="1"/>
        </p:nvGrpSpPr>
        <p:grpSpPr>
          <a:xfrm>
            <a:off x="596040" y="4829192"/>
            <a:ext cx="6379553" cy="365760"/>
            <a:chOff x="596040" y="5442941"/>
            <a:chExt cx="6379553" cy="365760"/>
          </a:xfrm>
        </p:grpSpPr>
        <p:pic>
          <p:nvPicPr>
            <p:cNvPr id="166" name="Picture 2" descr="C:\Users\kathyp\Documents\00_Brand-Resources\Multimode Elements\Multimode Icons\PNG\Multimode-Icon_HANG.png"/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6040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7" name="Picture 3" descr="C:\Users\kathyp\Documents\00_Brand-Resources\Multimode Elements\Multimode Icons\PNG\Multimode-Icon_HOLD.png"/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9824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8" name="Picture 4" descr="C:\Users\kathyp\Documents\00_Brand-Resources\Multimode Elements\Multimode Icons\PNG\Multimode-Icon_LAPTOP.png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7211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9" name="Picture 5" descr="C:\Users\kathyp\Documents\00_Brand-Resources\Multimode Elements\Multimode Icons\PNG\Multimode-Icon_STAND.png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7392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0" name="Picture 6" descr="C:\Users\kathyp\Documents\00_Brand-Resources\Multimode Elements\Multimode Icons\PNG\Multimode-Icon_STAND-Tablet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1176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1" name="Picture 7" descr="C:\Users\kathyp\Documents\00_Brand-Resources\Multimode Elements\Multimode Icons\PNG\Multimode-Icon_TABLE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8563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2" name="Picture 8" descr="C:\Users\kathyp\Documents\00_Brand-Resources\Multimode Elements\Multimode Icons\PNG\Multimode-Icon_TABLET.png"/>
            <p:cNvPicPr>
              <a:picLocks noChangeAspect="1" noChangeArrowheads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5950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3" name="Picture 9" descr="C:\Users\kathyp\Documents\00_Brand-Resources\Multimode Elements\Multimode Icons\PNG\Multimode-Icon_TENT.png"/>
            <p:cNvPicPr>
              <a:picLocks noChangeAspect="1" noChangeArrowheads="1"/>
            </p:cNvPicPr>
            <p:nvPr userDrawn="1"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2528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4" name="Picture 10" descr="C:\Users\kathyp\Documents\00_Brand-Resources\Multimode Elements\Multimode Icons\PNG\Multimode-Icon_TILT.png"/>
            <p:cNvPicPr>
              <a:picLocks noChangeAspect="1" noChangeArrowheads="1"/>
            </p:cNvPicPr>
            <p:nvPr userDrawn="1"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6312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5" name="Picture 11" descr="C:\Users\kathyp\Documents\00_Brand-Resources\Multimode Elements\Multimode Icons\PNG\Multimode-Icon_TV.png"/>
            <p:cNvPicPr>
              <a:picLocks noChangeAspect="1" noChangeArrowheads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3707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76" name="Group 175"/>
            <p:cNvGrpSpPr/>
            <p:nvPr userDrawn="1"/>
          </p:nvGrpSpPr>
          <p:grpSpPr>
            <a:xfrm>
              <a:off x="2024598" y="5468108"/>
              <a:ext cx="310896" cy="310896"/>
              <a:chOff x="2024598" y="5468108"/>
              <a:chExt cx="310896" cy="310896"/>
            </a:xfrm>
          </p:grpSpPr>
          <p:sp>
            <p:nvSpPr>
              <p:cNvPr id="177" name="Oval 176"/>
              <p:cNvSpPr/>
              <p:nvPr userDrawn="1"/>
            </p:nvSpPr>
            <p:spPr>
              <a:xfrm>
                <a:off x="2024598" y="5468108"/>
                <a:ext cx="310896" cy="31089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178" name="Picture 177"/>
              <p:cNvPicPr>
                <a:picLocks noChangeAspect="1"/>
              </p:cNvPicPr>
              <p:nvPr userDrawn="1"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18814" y="5509256"/>
                <a:ext cx="122464" cy="228600"/>
              </a:xfrm>
              <a:prstGeom prst="rect">
                <a:avLst/>
              </a:prstGeom>
            </p:spPr>
          </p:pic>
        </p:grpSp>
        <p:grpSp>
          <p:nvGrpSpPr>
            <p:cNvPr id="179" name="Group 178"/>
            <p:cNvGrpSpPr/>
            <p:nvPr userDrawn="1"/>
          </p:nvGrpSpPr>
          <p:grpSpPr>
            <a:xfrm>
              <a:off x="3094779" y="5468108"/>
              <a:ext cx="310896" cy="310896"/>
              <a:chOff x="3094779" y="5468108"/>
              <a:chExt cx="310896" cy="310896"/>
            </a:xfrm>
          </p:grpSpPr>
          <p:sp>
            <p:nvSpPr>
              <p:cNvPr id="180" name="Oval 179"/>
              <p:cNvSpPr/>
              <p:nvPr userDrawn="1"/>
            </p:nvSpPr>
            <p:spPr>
              <a:xfrm>
                <a:off x="3094779" y="5468108"/>
                <a:ext cx="310896" cy="310896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181" name="Picture 9" descr="C:\Users\yhwang\Desktop\WW Design\Multimode Icons\twitter-01.png"/>
              <p:cNvPicPr>
                <a:picLocks noChangeAspect="1" noChangeArrowheads="1"/>
              </p:cNvPicPr>
              <p:nvPr userDrawn="1"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94779" y="5468108"/>
                <a:ext cx="310896" cy="310896"/>
              </a:xfrm>
              <a:prstGeom prst="rect">
                <a:avLst/>
              </a:prstGeom>
              <a:noFill/>
            </p:spPr>
          </p:pic>
        </p:grpSp>
        <p:grpSp>
          <p:nvGrpSpPr>
            <p:cNvPr id="182" name="Group 181"/>
            <p:cNvGrpSpPr/>
            <p:nvPr userDrawn="1"/>
          </p:nvGrpSpPr>
          <p:grpSpPr>
            <a:xfrm>
              <a:off x="953427" y="5468108"/>
              <a:ext cx="310896" cy="310896"/>
              <a:chOff x="953427" y="5468108"/>
              <a:chExt cx="310896" cy="310896"/>
            </a:xfrm>
          </p:grpSpPr>
          <p:sp>
            <p:nvSpPr>
              <p:cNvPr id="254" name="Oval 253"/>
              <p:cNvSpPr/>
              <p:nvPr userDrawn="1"/>
            </p:nvSpPr>
            <p:spPr>
              <a:xfrm>
                <a:off x="953427" y="5468108"/>
                <a:ext cx="310896" cy="3108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55" name="Picture 5" descr="C:\Users\yhwang\Desktop\WW Design\Multimode Icons\globe-01.png"/>
              <p:cNvPicPr>
                <a:picLocks noChangeAspect="1" noChangeArrowheads="1"/>
              </p:cNvPicPr>
              <p:nvPr userDrawn="1"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0859" y="5495540"/>
                <a:ext cx="256032" cy="256032"/>
              </a:xfrm>
              <a:prstGeom prst="rect">
                <a:avLst/>
              </a:prstGeom>
              <a:noFill/>
            </p:spPr>
          </p:pic>
        </p:grpSp>
        <p:grpSp>
          <p:nvGrpSpPr>
            <p:cNvPr id="256" name="Group 255"/>
            <p:cNvGrpSpPr/>
            <p:nvPr userDrawn="1"/>
          </p:nvGrpSpPr>
          <p:grpSpPr>
            <a:xfrm>
              <a:off x="2355828" y="5442941"/>
              <a:ext cx="365760" cy="365760"/>
              <a:chOff x="2355828" y="5442941"/>
              <a:chExt cx="365760" cy="365760"/>
            </a:xfrm>
          </p:grpSpPr>
          <p:sp>
            <p:nvSpPr>
              <p:cNvPr id="257" name="Oval 256"/>
              <p:cNvSpPr/>
              <p:nvPr userDrawn="1"/>
            </p:nvSpPr>
            <p:spPr>
              <a:xfrm>
                <a:off x="2380995" y="5468108"/>
                <a:ext cx="310896" cy="310896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58" name="Picture 2" descr="C:\Users\yhwang\Desktop\WW Design\Multimode Icons\chain-01.png"/>
              <p:cNvPicPr>
                <a:picLocks noChangeAspect="1" noChangeArrowheads="1"/>
              </p:cNvPicPr>
              <p:nvPr userDrawn="1"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55828" y="5442941"/>
                <a:ext cx="365760" cy="365760"/>
              </a:xfrm>
              <a:prstGeom prst="rect">
                <a:avLst/>
              </a:prstGeom>
              <a:noFill/>
            </p:spPr>
          </p:pic>
        </p:grpSp>
        <p:grpSp>
          <p:nvGrpSpPr>
            <p:cNvPr id="259" name="Group 258"/>
            <p:cNvGrpSpPr/>
            <p:nvPr userDrawn="1"/>
          </p:nvGrpSpPr>
          <p:grpSpPr>
            <a:xfrm>
              <a:off x="5236131" y="5468108"/>
              <a:ext cx="310896" cy="310896"/>
              <a:chOff x="5236131" y="5468108"/>
              <a:chExt cx="310896" cy="310896"/>
            </a:xfrm>
          </p:grpSpPr>
          <p:sp>
            <p:nvSpPr>
              <p:cNvPr id="260" name="Oval 259"/>
              <p:cNvSpPr/>
              <p:nvPr userDrawn="1"/>
            </p:nvSpPr>
            <p:spPr>
              <a:xfrm>
                <a:off x="5236131" y="5468108"/>
                <a:ext cx="310896" cy="310896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61" name="Picture 260" descr="C:\Users\yhwang\Desktop\WW Design\Multimode Icons\facebook-01.png"/>
              <p:cNvPicPr>
                <a:picLocks noChangeAspect="1" noChangeArrowheads="1"/>
              </p:cNvPicPr>
              <p:nvPr userDrawn="1"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36131" y="5468108"/>
                <a:ext cx="310896" cy="310896"/>
              </a:xfrm>
              <a:prstGeom prst="rect">
                <a:avLst/>
              </a:prstGeom>
              <a:noFill/>
            </p:spPr>
          </p:pic>
        </p:grpSp>
        <p:grpSp>
          <p:nvGrpSpPr>
            <p:cNvPr id="262" name="Group 261"/>
            <p:cNvGrpSpPr/>
            <p:nvPr userDrawn="1"/>
          </p:nvGrpSpPr>
          <p:grpSpPr>
            <a:xfrm>
              <a:off x="4523337" y="5468108"/>
              <a:ext cx="310896" cy="310896"/>
              <a:chOff x="4523337" y="5468108"/>
              <a:chExt cx="310896" cy="310896"/>
            </a:xfrm>
          </p:grpSpPr>
          <p:sp>
            <p:nvSpPr>
              <p:cNvPr id="263" name="Oval 262"/>
              <p:cNvSpPr/>
              <p:nvPr userDrawn="1"/>
            </p:nvSpPr>
            <p:spPr>
              <a:xfrm>
                <a:off x="4523337" y="5468108"/>
                <a:ext cx="310896" cy="31089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64" name="Picture 7" descr="C:\Users\yhwang\Desktop\WW Design\Multimode Icons\server-01.png"/>
              <p:cNvPicPr>
                <a:picLocks noChangeAspect="1" noChangeArrowheads="1"/>
              </p:cNvPicPr>
              <p:nvPr userDrawn="1"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3337" y="5468108"/>
                <a:ext cx="310896" cy="310896"/>
              </a:xfrm>
              <a:prstGeom prst="rect">
                <a:avLst/>
              </a:prstGeom>
              <a:noFill/>
            </p:spPr>
          </p:pic>
        </p:grpSp>
        <p:grpSp>
          <p:nvGrpSpPr>
            <p:cNvPr id="265" name="Group 264"/>
            <p:cNvGrpSpPr/>
            <p:nvPr userDrawn="1"/>
          </p:nvGrpSpPr>
          <p:grpSpPr>
            <a:xfrm>
              <a:off x="4879734" y="5468108"/>
              <a:ext cx="310896" cy="310896"/>
              <a:chOff x="4879734" y="5468108"/>
              <a:chExt cx="310896" cy="310896"/>
            </a:xfrm>
          </p:grpSpPr>
          <p:sp>
            <p:nvSpPr>
              <p:cNvPr id="266" name="Oval 265"/>
              <p:cNvSpPr/>
              <p:nvPr userDrawn="1"/>
            </p:nvSpPr>
            <p:spPr>
              <a:xfrm>
                <a:off x="4879734" y="5468108"/>
                <a:ext cx="310896" cy="3108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67" name="Picture 6" descr="C:\Users\yhwang\Desktop\WW Design\Multimode Icons\network-01.png"/>
              <p:cNvPicPr>
                <a:picLocks noChangeAspect="1" noChangeArrowheads="1"/>
              </p:cNvPicPr>
              <p:nvPr userDrawn="1"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79734" y="5468108"/>
                <a:ext cx="310896" cy="310896"/>
              </a:xfrm>
              <a:prstGeom prst="rect">
                <a:avLst/>
              </a:prstGeom>
              <a:noFill/>
            </p:spPr>
          </p:pic>
        </p:grpSp>
        <p:grpSp>
          <p:nvGrpSpPr>
            <p:cNvPr id="268" name="Group 267"/>
            <p:cNvGrpSpPr/>
            <p:nvPr userDrawn="1"/>
          </p:nvGrpSpPr>
          <p:grpSpPr>
            <a:xfrm>
              <a:off x="5949915" y="5468108"/>
              <a:ext cx="310896" cy="310896"/>
              <a:chOff x="5949915" y="5468108"/>
              <a:chExt cx="310896" cy="310896"/>
            </a:xfrm>
          </p:grpSpPr>
          <p:sp>
            <p:nvSpPr>
              <p:cNvPr id="269" name="Oval 268"/>
              <p:cNvSpPr/>
              <p:nvPr userDrawn="1"/>
            </p:nvSpPr>
            <p:spPr>
              <a:xfrm>
                <a:off x="5949915" y="5468108"/>
                <a:ext cx="310896" cy="31089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70" name="Picture 8" descr="C:\Users\yhwang\Desktop\WW Design\Multimode Icons\think_light-01.png"/>
              <p:cNvPicPr>
                <a:picLocks noChangeAspect="1" noChangeArrowheads="1"/>
              </p:cNvPicPr>
              <p:nvPr userDrawn="1"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49915" y="5468108"/>
                <a:ext cx="310896" cy="310896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71" name="TextBox 270"/>
          <p:cNvSpPr txBox="1"/>
          <p:nvPr userDrawn="1"/>
        </p:nvSpPr>
        <p:spPr>
          <a:xfrm>
            <a:off x="4353761" y="2864613"/>
            <a:ext cx="2796817" cy="61555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400">
                <a:solidFill>
                  <a:srgbClr val="4AC0E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9279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52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6032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3821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9226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6019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4628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5563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7171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2943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074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9034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579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2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gray">
          <a:xfrm>
            <a:off x="11748699" y="6395714"/>
            <a:ext cx="443301" cy="322249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351" y="274320"/>
            <a:ext cx="11069166" cy="5181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3192" y="1166070"/>
            <a:ext cx="11224014" cy="48885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549351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2023 Lenovo Internal. All rights reserved.</a:t>
            </a:r>
          </a:p>
        </p:txBody>
      </p:sp>
      <p:sp>
        <p:nvSpPr>
          <p:cNvPr id="10" name="TextBox slide number"/>
          <p:cNvSpPr txBox="1"/>
          <p:nvPr userDrawn="1"/>
        </p:nvSpPr>
        <p:spPr bwMode="white">
          <a:xfrm>
            <a:off x="11748699" y="6389258"/>
            <a:ext cx="450345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mtClean="0"/>
              <a:pPr lvl="0" algn="ctr"/>
              <a:t>‹#›</a:t>
            </a:fld>
            <a:endParaRPr lang="en-US"/>
          </a:p>
        </p:txBody>
      </p:sp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354" y="423406"/>
            <a:ext cx="200587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Slide Number Placeholder 4" hidden="1"/>
          <p:cNvSpPr>
            <a:spLocks noGrp="1"/>
          </p:cNvSpPr>
          <p:nvPr>
            <p:ph type="sldNum" sz="quarter" idx="4"/>
          </p:nvPr>
        </p:nvSpPr>
        <p:spPr bwMode="white">
          <a:xfrm>
            <a:off x="11669492" y="6087747"/>
            <a:ext cx="60511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pPr algn="ctr"/>
            <a:fld id="{9A19501A-2BD8-413C-A869-D888369A024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4982" y="5505441"/>
            <a:ext cx="1330737" cy="44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47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1" r:id="rId2"/>
    <p:sldLayoutId id="2147483672" r:id="rId3"/>
    <p:sldLayoutId id="2147483661" r:id="rId4"/>
    <p:sldLayoutId id="2147483650" r:id="rId5"/>
    <p:sldLayoutId id="2147483673" r:id="rId6"/>
    <p:sldLayoutId id="2147483669" r:id="rId7"/>
    <p:sldLayoutId id="2147483652" r:id="rId8"/>
    <p:sldLayoutId id="2147483662" r:id="rId9"/>
    <p:sldLayoutId id="2147483663" r:id="rId10"/>
    <p:sldLayoutId id="2147483664" r:id="rId11"/>
    <p:sldLayoutId id="2147483667" r:id="rId12"/>
    <p:sldLayoutId id="2147483651" r:id="rId13"/>
    <p:sldLayoutId id="2147483676" r:id="rId14"/>
    <p:sldLayoutId id="2147483674" r:id="rId15"/>
    <p:sldLayoutId id="2147483675" r:id="rId16"/>
    <p:sldLayoutId id="2147483666" r:id="rId17"/>
    <p:sldLayoutId id="2147483677" r:id="rId18"/>
    <p:sldLayoutId id="2147483665" r:id="rId19"/>
    <p:sldLayoutId id="2147483655" r:id="rId20"/>
    <p:sldLayoutId id="2147483670" r:id="rId21"/>
    <p:sldLayoutId id="2147483772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0000"/>
        </a:lnSpc>
        <a:spcBef>
          <a:spcPts val="1000"/>
        </a:spcBef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69913" indent="-228600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‒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indent="-117475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85850" indent="-11906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58888" indent="-11271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8888" indent="-11271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258888" indent="-11271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258888" indent="-11271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258888" indent="-11271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52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D831E-809F-4DDF-B60D-84E887BB36AF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10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37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8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47.emf"/><Relationship Id="rId3" Type="http://schemas.openxmlformats.org/officeDocument/2006/relationships/image" Target="../media/image42.emf"/><Relationship Id="rId7" Type="http://schemas.openxmlformats.org/officeDocument/2006/relationships/image" Target="../media/image44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49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46.emf"/><Relationship Id="rId5" Type="http://schemas.openxmlformats.org/officeDocument/2006/relationships/image" Target="../media/image43.emf"/><Relationship Id="rId15" Type="http://schemas.openxmlformats.org/officeDocument/2006/relationships/image" Target="../media/image48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5.emf"/><Relationship Id="rId1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8">
            <a:extLst>
              <a:ext uri="{FF2B5EF4-FFF2-40B4-BE49-F238E27FC236}">
                <a16:creationId xmlns:a16="http://schemas.microsoft.com/office/drawing/2014/main" id="{919C9A4C-4716-1B58-1836-B1101C7A7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4557713"/>
            <a:ext cx="1096963" cy="10636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  <a:sym typeface="Arial" pitchFamily="34" charset="0"/>
            </a:endParaRPr>
          </a:p>
        </p:txBody>
      </p:sp>
      <p:sp>
        <p:nvSpPr>
          <p:cNvPr id="5" name="Straight Connector 106">
            <a:extLst>
              <a:ext uri="{FF2B5EF4-FFF2-40B4-BE49-F238E27FC236}">
                <a16:creationId xmlns:a16="http://schemas.microsoft.com/office/drawing/2014/main" id="{4411C077-E7D2-B528-28F0-0A9713305C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900" y="4664075"/>
            <a:ext cx="10418763" cy="158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Picture 29">
            <a:extLst>
              <a:ext uri="{FF2B5EF4-FFF2-40B4-BE49-F238E27FC236}">
                <a16:creationId xmlns:a16="http://schemas.microsoft.com/office/drawing/2014/main" id="{9BDD2D17-9E9A-E3BA-C0E5-B844F8C3F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388725" y="2251075"/>
            <a:ext cx="803275" cy="241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C:\Users\kathyp\Documents\00_Brand-Resources\Multimode Elements\Multimode Icons\PNG\Multimode-Icon_HANG.png">
            <a:extLst>
              <a:ext uri="{FF2B5EF4-FFF2-40B4-BE49-F238E27FC236}">
                <a16:creationId xmlns:a16="http://schemas.microsoft.com/office/drawing/2014/main" id="{26759936-4E5F-1715-D64D-A9749C49D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6900" y="5467350"/>
            <a:ext cx="31115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C:\Users\kathyp\Documents\00_Brand-Resources\Multimode Elements\Multimode Icons\PNG\Multimode-Icon_HOLD.png">
            <a:extLst>
              <a:ext uri="{FF2B5EF4-FFF2-40B4-BE49-F238E27FC236}">
                <a16:creationId xmlns:a16="http://schemas.microsoft.com/office/drawing/2014/main" id="{5D661553-823E-6EA8-2FB1-692AC5C3F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09688" y="5467350"/>
            <a:ext cx="312737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4" descr="C:\Users\kathyp\Documents\00_Brand-Resources\Multimode Elements\Multimode Icons\PNG\Multimode-Icon_LAPTOP.png">
            <a:extLst>
              <a:ext uri="{FF2B5EF4-FFF2-40B4-BE49-F238E27FC236}">
                <a16:creationId xmlns:a16="http://schemas.microsoft.com/office/drawing/2014/main" id="{096143FF-9AAD-533E-A639-C188B8229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666875" y="5467350"/>
            <a:ext cx="312738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" descr="C:\Users\kathyp\Documents\00_Brand-Resources\Multimode Elements\Multimode Icons\PNG\Multimode-Icon_STAND.png">
            <a:extLst>
              <a:ext uri="{FF2B5EF4-FFF2-40B4-BE49-F238E27FC236}">
                <a16:creationId xmlns:a16="http://schemas.microsoft.com/office/drawing/2014/main" id="{CD61ACB5-B4A0-0715-43E8-B9A145353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736850" y="5467350"/>
            <a:ext cx="312738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" descr="C:\Users\kathyp\Documents\00_Brand-Resources\Multimode Elements\Multimode Icons\PNG\Multimode-Icon_STAND-Tablet.png">
            <a:extLst>
              <a:ext uri="{FF2B5EF4-FFF2-40B4-BE49-F238E27FC236}">
                <a16:creationId xmlns:a16="http://schemas.microsoft.com/office/drawing/2014/main" id="{433EB177-8C6A-960C-94CB-D8FECC2F6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451225" y="5467350"/>
            <a:ext cx="31115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7" descr="C:\Users\kathyp\Documents\00_Brand-Resources\Multimode Elements\Multimode Icons\PNG\Multimode-Icon_TABLE.png">
            <a:extLst>
              <a:ext uri="{FF2B5EF4-FFF2-40B4-BE49-F238E27FC236}">
                <a16:creationId xmlns:a16="http://schemas.microsoft.com/office/drawing/2014/main" id="{3042E80D-871B-E9E3-CEB7-8D44B1A0F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808413" y="5467350"/>
            <a:ext cx="312737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8" descr="C:\Users\kathyp\Documents\00_Brand-Resources\Multimode Elements\Multimode Icons\PNG\Multimode-Icon_TABLET.png">
            <a:extLst>
              <a:ext uri="{FF2B5EF4-FFF2-40B4-BE49-F238E27FC236}">
                <a16:creationId xmlns:a16="http://schemas.microsoft.com/office/drawing/2014/main" id="{3ECAE2A9-CD46-2462-0F94-254BA0362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165600" y="5467350"/>
            <a:ext cx="312738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9" descr="C:\Users\kathyp\Documents\00_Brand-Resources\Multimode Elements\Multimode Icons\PNG\Multimode-Icon_TENT.png">
            <a:extLst>
              <a:ext uri="{FF2B5EF4-FFF2-40B4-BE49-F238E27FC236}">
                <a16:creationId xmlns:a16="http://schemas.microsoft.com/office/drawing/2014/main" id="{3760CE3B-C034-74B7-12FA-4E3AFCC70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592763" y="5467350"/>
            <a:ext cx="31115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0" descr="C:\Users\kathyp\Documents\00_Brand-Resources\Multimode Elements\Multimode Icons\PNG\Multimode-Icon_TILT.png">
            <a:extLst>
              <a:ext uri="{FF2B5EF4-FFF2-40B4-BE49-F238E27FC236}">
                <a16:creationId xmlns:a16="http://schemas.microsoft.com/office/drawing/2014/main" id="{7EB4A6B9-3332-7D67-AFA1-7222F0FB9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305550" y="5467350"/>
            <a:ext cx="312738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1" descr="C:\Users\kathyp\Documents\00_Brand-Resources\Multimode Elements\Multimode Icons\PNG\Multimode-Icon_TV.png">
            <a:extLst>
              <a:ext uri="{FF2B5EF4-FFF2-40B4-BE49-F238E27FC236}">
                <a16:creationId xmlns:a16="http://schemas.microsoft.com/office/drawing/2014/main" id="{0DF795FD-3EDF-BA73-B973-27BFD7D5D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64325" y="5467350"/>
            <a:ext cx="31115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7" name="Group 14">
            <a:extLst>
              <a:ext uri="{FF2B5EF4-FFF2-40B4-BE49-F238E27FC236}">
                <a16:creationId xmlns:a16="http://schemas.microsoft.com/office/drawing/2014/main" id="{9B6BA681-D88E-F2B4-7B0F-8F7188038A4B}"/>
              </a:ext>
            </a:extLst>
          </p:cNvPr>
          <p:cNvGrpSpPr>
            <a:grpSpLocks/>
          </p:cNvGrpSpPr>
          <p:nvPr/>
        </p:nvGrpSpPr>
        <p:grpSpPr bwMode="auto">
          <a:xfrm>
            <a:off x="2024063" y="5467350"/>
            <a:ext cx="311150" cy="311150"/>
            <a:chOff x="0" y="0"/>
            <a:chExt cx="310896" cy="310896"/>
          </a:xfrm>
        </p:grpSpPr>
        <p:sp>
          <p:nvSpPr>
            <p:cNvPr id="18" name="Oval 50">
              <a:extLst>
                <a:ext uri="{FF2B5EF4-FFF2-40B4-BE49-F238E27FC236}">
                  <a16:creationId xmlns:a16="http://schemas.microsoft.com/office/drawing/2014/main" id="{519581EB-8D37-147E-1627-1B6BA45C5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rgbClr val="E96BA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19" name="Picture 51">
              <a:extLst>
                <a:ext uri="{FF2B5EF4-FFF2-40B4-BE49-F238E27FC236}">
                  <a16:creationId xmlns:a16="http://schemas.microsoft.com/office/drawing/2014/main" id="{B21E7C7F-8CF9-CD51-27E1-65D7D78724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94216" y="41148"/>
              <a:ext cx="122464" cy="228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0" name="Group 12">
            <a:extLst>
              <a:ext uri="{FF2B5EF4-FFF2-40B4-BE49-F238E27FC236}">
                <a16:creationId xmlns:a16="http://schemas.microsoft.com/office/drawing/2014/main" id="{BA88AE15-FD1C-20CA-0600-6068F65BFEC6}"/>
              </a:ext>
            </a:extLst>
          </p:cNvPr>
          <p:cNvGrpSpPr>
            <a:grpSpLocks/>
          </p:cNvGrpSpPr>
          <p:nvPr/>
        </p:nvGrpSpPr>
        <p:grpSpPr bwMode="auto">
          <a:xfrm>
            <a:off x="3095625" y="5467350"/>
            <a:ext cx="311150" cy="311150"/>
            <a:chOff x="0" y="0"/>
            <a:chExt cx="310896" cy="310896"/>
          </a:xfrm>
        </p:grpSpPr>
        <p:sp>
          <p:nvSpPr>
            <p:cNvPr id="21" name="Oval 56">
              <a:extLst>
                <a:ext uri="{FF2B5EF4-FFF2-40B4-BE49-F238E27FC236}">
                  <a16:creationId xmlns:a16="http://schemas.microsoft.com/office/drawing/2014/main" id="{FBE4BA1E-834C-D93C-CC6D-E4C5675FF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rgbClr val="4AC0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22" name="Picture 9" descr="C:\Users\yhwang\Desktop\WW Design\Multimode Icons\twitter-01.png">
              <a:extLst>
                <a:ext uri="{FF2B5EF4-FFF2-40B4-BE49-F238E27FC236}">
                  <a16:creationId xmlns:a16="http://schemas.microsoft.com/office/drawing/2014/main" id="{272EFB08-3029-E420-C876-E096A1B05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0" y="0"/>
              <a:ext cx="310896" cy="310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3" name="Group 15">
            <a:extLst>
              <a:ext uri="{FF2B5EF4-FFF2-40B4-BE49-F238E27FC236}">
                <a16:creationId xmlns:a16="http://schemas.microsoft.com/office/drawing/2014/main" id="{B6378B78-C5AC-1976-6359-BC02AFB87875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5467350"/>
            <a:ext cx="311150" cy="311150"/>
            <a:chOff x="0" y="0"/>
            <a:chExt cx="310896" cy="310896"/>
          </a:xfrm>
        </p:grpSpPr>
        <p:sp>
          <p:nvSpPr>
            <p:cNvPr id="24" name="Oval 5">
              <a:extLst>
                <a:ext uri="{FF2B5EF4-FFF2-40B4-BE49-F238E27FC236}">
                  <a16:creationId xmlns:a16="http://schemas.microsoft.com/office/drawing/2014/main" id="{302247C8-D49C-64D0-7B6E-D88EDF6D6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25" name="Picture 5" descr="C:\Users\yhwang\Desktop\WW Design\Multimode Icons\globe-01.png">
              <a:extLst>
                <a:ext uri="{FF2B5EF4-FFF2-40B4-BE49-F238E27FC236}">
                  <a16:creationId xmlns:a16="http://schemas.microsoft.com/office/drawing/2014/main" id="{AF07C410-E454-AE7A-A0F1-E04AEE7FE5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27432" y="27432"/>
              <a:ext cx="256032" cy="256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6" name="Group 13">
            <a:extLst>
              <a:ext uri="{FF2B5EF4-FFF2-40B4-BE49-F238E27FC236}">
                <a16:creationId xmlns:a16="http://schemas.microsoft.com/office/drawing/2014/main" id="{32D82FAA-2BE0-CF29-A531-660F7C01D7D2}"/>
              </a:ext>
            </a:extLst>
          </p:cNvPr>
          <p:cNvGrpSpPr>
            <a:grpSpLocks/>
          </p:cNvGrpSpPr>
          <p:nvPr/>
        </p:nvGrpSpPr>
        <p:grpSpPr bwMode="auto">
          <a:xfrm>
            <a:off x="2355850" y="5443538"/>
            <a:ext cx="365125" cy="365125"/>
            <a:chOff x="0" y="0"/>
            <a:chExt cx="365760" cy="365760"/>
          </a:xfrm>
        </p:grpSpPr>
        <p:sp>
          <p:nvSpPr>
            <p:cNvPr id="27" name="Oval 53">
              <a:extLst>
                <a:ext uri="{FF2B5EF4-FFF2-40B4-BE49-F238E27FC236}">
                  <a16:creationId xmlns:a16="http://schemas.microsoft.com/office/drawing/2014/main" id="{5AB2FFF3-4772-8C0E-F7FE-A1FB27FA1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7" y="25167"/>
              <a:ext cx="310896" cy="310896"/>
            </a:xfrm>
            <a:prstGeom prst="ellipse">
              <a:avLst/>
            </a:prstGeom>
            <a:solidFill>
              <a:srgbClr val="3E8DD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28" name="Picture 2" descr="C:\Users\yhwang\Desktop\WW Design\Multimode Icons\chain-01.png">
              <a:extLst>
                <a:ext uri="{FF2B5EF4-FFF2-40B4-BE49-F238E27FC236}">
                  <a16:creationId xmlns:a16="http://schemas.microsoft.com/office/drawing/2014/main" id="{A74B0C31-BFF0-B304-B38E-405110DC7A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0" y="0"/>
              <a:ext cx="365760" cy="3657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9" name="Group 9">
            <a:extLst>
              <a:ext uri="{FF2B5EF4-FFF2-40B4-BE49-F238E27FC236}">
                <a16:creationId xmlns:a16="http://schemas.microsoft.com/office/drawing/2014/main" id="{27304D6A-F52B-7E7F-16ED-572104334CF7}"/>
              </a:ext>
            </a:extLst>
          </p:cNvPr>
          <p:cNvGrpSpPr>
            <a:grpSpLocks/>
          </p:cNvGrpSpPr>
          <p:nvPr/>
        </p:nvGrpSpPr>
        <p:grpSpPr bwMode="auto">
          <a:xfrm>
            <a:off x="5235575" y="5467350"/>
            <a:ext cx="311150" cy="311150"/>
            <a:chOff x="0" y="0"/>
            <a:chExt cx="310896" cy="310896"/>
          </a:xfrm>
        </p:grpSpPr>
        <p:sp>
          <p:nvSpPr>
            <p:cNvPr id="30" name="Oval 65">
              <a:extLst>
                <a:ext uri="{FF2B5EF4-FFF2-40B4-BE49-F238E27FC236}">
                  <a16:creationId xmlns:a16="http://schemas.microsoft.com/office/drawing/2014/main" id="{1C4037A1-63F6-AE28-CCB0-8CF49465C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rgbClr val="3E8DD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31" name="Picture 73" descr="C:\Users\yhwang\Desktop\WW Design\Multimode Icons\facebook-01.png">
              <a:extLst>
                <a:ext uri="{FF2B5EF4-FFF2-40B4-BE49-F238E27FC236}">
                  <a16:creationId xmlns:a16="http://schemas.microsoft.com/office/drawing/2014/main" id="{3D6020A1-F9BB-F2E4-64CD-5C63C3A27F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0" y="0"/>
              <a:ext cx="310896" cy="310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2" name="Group 11">
            <a:extLst>
              <a:ext uri="{FF2B5EF4-FFF2-40B4-BE49-F238E27FC236}">
                <a16:creationId xmlns:a16="http://schemas.microsoft.com/office/drawing/2014/main" id="{93561F91-1E1A-6B55-847C-0B2CD4F2732B}"/>
              </a:ext>
            </a:extLst>
          </p:cNvPr>
          <p:cNvGrpSpPr>
            <a:grpSpLocks/>
          </p:cNvGrpSpPr>
          <p:nvPr/>
        </p:nvGrpSpPr>
        <p:grpSpPr bwMode="auto">
          <a:xfrm>
            <a:off x="4522788" y="5467350"/>
            <a:ext cx="311150" cy="311150"/>
            <a:chOff x="0" y="0"/>
            <a:chExt cx="310896" cy="310896"/>
          </a:xfrm>
        </p:grpSpPr>
        <p:sp>
          <p:nvSpPr>
            <p:cNvPr id="33" name="Oval 59">
              <a:extLst>
                <a:ext uri="{FF2B5EF4-FFF2-40B4-BE49-F238E27FC236}">
                  <a16:creationId xmlns:a16="http://schemas.microsoft.com/office/drawing/2014/main" id="{FFD97093-E8BF-F77B-D90A-E17FC0FB6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rgbClr val="6ABF4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34" name="Picture 7" descr="C:\Users\yhwang\Desktop\WW Design\Multimode Icons\server-01.png">
              <a:extLst>
                <a:ext uri="{FF2B5EF4-FFF2-40B4-BE49-F238E27FC236}">
                  <a16:creationId xmlns:a16="http://schemas.microsoft.com/office/drawing/2014/main" id="{9465ED45-177A-0BC1-F5B7-EB11DC6272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/>
            <a:srcRect/>
            <a:stretch>
              <a:fillRect/>
            </a:stretch>
          </p:blipFill>
          <p:spPr bwMode="auto">
            <a:xfrm>
              <a:off x="0" y="0"/>
              <a:ext cx="310896" cy="310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8A527E3F-1E58-CC6A-0687-3E35ACE2CE68}"/>
              </a:ext>
            </a:extLst>
          </p:cNvPr>
          <p:cNvGrpSpPr>
            <a:grpSpLocks/>
          </p:cNvGrpSpPr>
          <p:nvPr/>
        </p:nvGrpSpPr>
        <p:grpSpPr bwMode="auto">
          <a:xfrm>
            <a:off x="4879975" y="5467350"/>
            <a:ext cx="311150" cy="311150"/>
            <a:chOff x="0" y="0"/>
            <a:chExt cx="310896" cy="310896"/>
          </a:xfrm>
        </p:grpSpPr>
        <p:sp>
          <p:nvSpPr>
            <p:cNvPr id="36" name="Oval 62">
              <a:extLst>
                <a:ext uri="{FF2B5EF4-FFF2-40B4-BE49-F238E27FC236}">
                  <a16:creationId xmlns:a16="http://schemas.microsoft.com/office/drawing/2014/main" id="{09ED14B6-DF36-7EC7-F2ED-E2F69815C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37" name="Picture 6" descr="C:\Users\yhwang\Desktop\WW Design\Multimode Icons\network-01.png">
              <a:extLst>
                <a:ext uri="{FF2B5EF4-FFF2-40B4-BE49-F238E27FC236}">
                  <a16:creationId xmlns:a16="http://schemas.microsoft.com/office/drawing/2014/main" id="{BD478518-7516-F756-789D-56B143BAAD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0" y="0"/>
              <a:ext cx="310896" cy="310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8" name="Group 8">
            <a:extLst>
              <a:ext uri="{FF2B5EF4-FFF2-40B4-BE49-F238E27FC236}">
                <a16:creationId xmlns:a16="http://schemas.microsoft.com/office/drawing/2014/main" id="{17CEBA6D-9F93-F060-7915-259A9905CC9B}"/>
              </a:ext>
            </a:extLst>
          </p:cNvPr>
          <p:cNvGrpSpPr>
            <a:grpSpLocks/>
          </p:cNvGrpSpPr>
          <p:nvPr/>
        </p:nvGrpSpPr>
        <p:grpSpPr bwMode="auto">
          <a:xfrm>
            <a:off x="5949950" y="5467350"/>
            <a:ext cx="311150" cy="311150"/>
            <a:chOff x="0" y="0"/>
            <a:chExt cx="310896" cy="310896"/>
          </a:xfrm>
        </p:grpSpPr>
        <p:sp>
          <p:nvSpPr>
            <p:cNvPr id="39" name="Oval 68">
              <a:extLst>
                <a:ext uri="{FF2B5EF4-FFF2-40B4-BE49-F238E27FC236}">
                  <a16:creationId xmlns:a16="http://schemas.microsoft.com/office/drawing/2014/main" id="{EACE95A2-1841-70EF-2C69-02DE6B431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rgbClr val="E96BA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40" name="Picture 8" descr="C:\Users\yhwang\Desktop\WW Design\Multimode Icons\think_light-01.png">
              <a:extLst>
                <a:ext uri="{FF2B5EF4-FFF2-40B4-BE49-F238E27FC236}">
                  <a16:creationId xmlns:a16="http://schemas.microsoft.com/office/drawing/2014/main" id="{3525D9A0-6EE3-B474-9ECC-763708103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0" y="0"/>
              <a:ext cx="310896" cy="310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1" name="文本占位符 3">
            <a:extLst>
              <a:ext uri="{FF2B5EF4-FFF2-40B4-BE49-F238E27FC236}">
                <a16:creationId xmlns:a16="http://schemas.microsoft.com/office/drawing/2014/main" id="{753997FB-81D9-C2A3-5F34-48AB8E92C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7" y="330200"/>
            <a:ext cx="11223625" cy="3291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rmAutofit/>
          </a:bodyPr>
          <a:lstStyle>
            <a:lvl1pPr marL="171450" indent="-17145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1pPr>
            <a:lvl2pPr marL="569913" indent="-227013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‒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2pPr>
            <a:lvl3pPr marL="796925" indent="-117475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3pPr>
            <a:lvl4pPr marL="1085850" indent="-119063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4pPr>
            <a:lvl5pPr marL="1258888" indent="-112713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5pPr>
            <a:lvl6pPr marL="1716405" indent="-11303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173605" indent="-11303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2630805" indent="-11303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088005" indent="-11303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marL="0" indent="0">
              <a:buNone/>
            </a:pPr>
            <a:r>
              <a:rPr lang="en-US" altLang="zh-CN" sz="7000" b="1" dirty="0">
                <a:latin typeface="Times New Roman"/>
                <a:ea typeface="宋体"/>
                <a:cs typeface="Times New Roman"/>
              </a:rPr>
              <a:t>HM11 C41AB/C43AB/C46AB </a:t>
            </a:r>
            <a:endParaRPr lang="en-US" altLang="zh-CN" sz="7000" b="1" dirty="0">
              <a:latin typeface="Times New Roman" panose="02020603050405020304" pitchFamily="18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TW" sz="3000" dirty="0">
                <a:ea typeface="+mn-lt"/>
                <a:cs typeface="+mn-lt"/>
              </a:rPr>
              <a:t>I2Cdumper user guide</a:t>
            </a:r>
            <a:endParaRPr lang="zh-CN" dirty="0"/>
          </a:p>
        </p:txBody>
      </p:sp>
      <p:sp>
        <p:nvSpPr>
          <p:cNvPr id="42" name="文本框 1">
            <a:extLst>
              <a:ext uri="{FF2B5EF4-FFF2-40B4-BE49-F238E27FC236}">
                <a16:creationId xmlns:a16="http://schemas.microsoft.com/office/drawing/2014/main" id="{A5A50390-5799-4401-DE55-C63F31E8F5BA}"/>
              </a:ext>
            </a:extLst>
          </p:cNvPr>
          <p:cNvSpPr txBox="1"/>
          <p:nvPr/>
        </p:nvSpPr>
        <p:spPr>
          <a:xfrm>
            <a:off x="760288" y="33391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文本框 2">
            <a:extLst>
              <a:ext uri="{FF2B5EF4-FFF2-40B4-BE49-F238E27FC236}">
                <a16:creationId xmlns:a16="http://schemas.microsoft.com/office/drawing/2014/main" id="{52ACB7A6-8188-4CD6-A435-38F7B46E5CC2}"/>
              </a:ext>
            </a:extLst>
          </p:cNvPr>
          <p:cNvSpPr txBox="1"/>
          <p:nvPr/>
        </p:nvSpPr>
        <p:spPr>
          <a:xfrm>
            <a:off x="251963" y="4691529"/>
            <a:ext cx="386918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 dirty="0">
                <a:latin typeface="Times New Roman"/>
                <a:cs typeface="Times New Roman"/>
              </a:rPr>
              <a:t>2026/06/01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E30938FD-E541-DB3C-0D4E-BD74E1F5F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file ( Two ways - One 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8BC16E79-ADD8-1E05-9935-8B3D401A9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7552"/>
            <a:ext cx="10198608" cy="4498848"/>
          </a:xfrm>
        </p:spPr>
        <p:txBody>
          <a:bodyPr vert="horz" lIns="0" tIns="0" rIns="0" bIns="0" rtlCol="0" anchor="t">
            <a:noAutofit/>
          </a:bodyPr>
          <a:lstStyle/>
          <a:p>
            <a:pPr marL="628650" indent="-457200" algn="just">
              <a:buFont typeface="+mj-lt"/>
              <a:buAutoNum type="arabicPeriod"/>
            </a:pPr>
            <a:r>
              <a:rPr lang="en-US" sz="1200" dirty="0">
                <a:cs typeface="Arial"/>
              </a:rPr>
              <a:t>Execute the corresponding BMC command </a:t>
            </a:r>
            <a:r>
              <a:rPr lang="en-US" altLang="zh-TW" sz="1200" dirty="0">
                <a:cs typeface="Arial"/>
              </a:rPr>
              <a:t>to obtain the I2C dump log.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sz="1200" dirty="0">
                <a:cs typeface="Arial"/>
              </a:rPr>
              <a:t>i2cdump -y -f 15 0x60 (DC-SCM)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sz="1200" dirty="0">
                <a:cs typeface="Arial"/>
              </a:rPr>
              <a:t>i2cdump -y -f 6 0x30 (Global FPGA)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sz="1200" dirty="0">
                <a:cs typeface="Arial"/>
              </a:rPr>
              <a:t>i2cdump -y -f 5 0x30 </a:t>
            </a:r>
            <a:r>
              <a:rPr lang="es-ES" altLang="zh-TW" sz="1200" dirty="0">
                <a:cs typeface="Arial"/>
              </a:rPr>
              <a:t>(HPM FPGA1)</a:t>
            </a:r>
            <a:endParaRPr lang="es-ES" sz="1200" dirty="0">
              <a:cs typeface="Arial"/>
            </a:endParaRPr>
          </a:p>
          <a:p>
            <a:pPr marL="1027113" lvl="1" indent="-457200" algn="just">
              <a:buFont typeface="+mj-lt"/>
              <a:buAutoNum type="arabicPeriod"/>
            </a:pPr>
            <a:r>
              <a:rPr lang="es-ES" sz="1200" dirty="0">
                <a:cs typeface="Arial"/>
              </a:rPr>
              <a:t>i2cdump -y -f 5 0x31 (HPM FPGA2)</a:t>
            </a:r>
            <a:endParaRPr lang="en-US" sz="1200" dirty="0">
              <a:cs typeface="Arial"/>
            </a:endParaRPr>
          </a:p>
          <a:p>
            <a:pPr marL="628650" indent="-457200" algn="just">
              <a:buFont typeface="+mj-lt"/>
              <a:buAutoNum type="arabicPeriod"/>
            </a:pPr>
            <a:r>
              <a:rPr lang="en-US" sz="1200" dirty="0">
                <a:cs typeface="Arial"/>
              </a:rPr>
              <a:t>Save the output as a text file (log file</a:t>
            </a:r>
            <a:r>
              <a:rPr lang="en-US" altLang="zh-TW" sz="1200" dirty="0">
                <a:cs typeface="Arial"/>
              </a:rPr>
              <a:t>)</a:t>
            </a:r>
            <a:r>
              <a:rPr lang="en-US" sz="1200" dirty="0">
                <a:cs typeface="Arial"/>
              </a:rPr>
              <a:t>.</a:t>
            </a:r>
          </a:p>
          <a:p>
            <a:pPr marL="628650" indent="-457200" algn="just">
              <a:buFont typeface="+mj-lt"/>
              <a:buAutoNum type="arabicPeriod"/>
            </a:pPr>
            <a:r>
              <a:rPr lang="en-US" sz="1200" dirty="0">
                <a:cs typeface="Arial"/>
              </a:rPr>
              <a:t>Rename the files using the following naming convention: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n-US" altLang="zh-TW" sz="1200" dirty="0" err="1">
                <a:solidFill>
                  <a:srgbClr val="FF0000"/>
                </a:solidFill>
              </a:rPr>
              <a:t>SLEDy_</a:t>
            </a:r>
            <a:r>
              <a:rPr lang="en-US" altLang="zh-TW" sz="1200" dirty="0" err="1"/>
              <a:t>xxx</a:t>
            </a:r>
            <a:r>
              <a:rPr lang="en-US" altLang="zh-TW" sz="1200" dirty="0" err="1">
                <a:solidFill>
                  <a:srgbClr val="FF0000"/>
                </a:solidFill>
              </a:rPr>
              <a:t>_scm_cpld</a:t>
            </a:r>
            <a:endParaRPr lang="en-US" altLang="zh-TW" sz="1200" dirty="0">
              <a:solidFill>
                <a:srgbClr val="FF0000"/>
              </a:solidFill>
            </a:endParaRPr>
          </a:p>
          <a:p>
            <a:pPr marL="1027113" lvl="1" indent="-457200" algn="just">
              <a:buFont typeface="+mj-lt"/>
              <a:buAutoNum type="arabicPeriod"/>
            </a:pPr>
            <a:r>
              <a:rPr lang="en-US" altLang="zh-TW" sz="1200" dirty="0">
                <a:solidFill>
                  <a:srgbClr val="FF0000"/>
                </a:solidFill>
              </a:rPr>
              <a:t>SLEDy_</a:t>
            </a:r>
            <a:r>
              <a:rPr lang="en-US" altLang="zh-TW" sz="1200" dirty="0"/>
              <a:t>xxx</a:t>
            </a:r>
            <a:r>
              <a:rPr lang="en-US" altLang="zh-TW" sz="1200" dirty="0">
                <a:solidFill>
                  <a:srgbClr val="FF0000"/>
                </a:solidFill>
              </a:rPr>
              <a:t>_cpld1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n-US" altLang="zh-TW" sz="1200" dirty="0">
                <a:solidFill>
                  <a:srgbClr val="FF0000"/>
                </a:solidFill>
              </a:rPr>
              <a:t>SLEDy_</a:t>
            </a:r>
            <a:r>
              <a:rPr lang="en-US" altLang="zh-TW" sz="1200" dirty="0"/>
              <a:t>xxx_</a:t>
            </a:r>
            <a:r>
              <a:rPr lang="en-US" altLang="zh-TW" sz="1200" dirty="0">
                <a:solidFill>
                  <a:srgbClr val="FF0000"/>
                </a:solidFill>
              </a:rPr>
              <a:t>cpld2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n-US" altLang="zh-TW" sz="1200" dirty="0" err="1">
                <a:solidFill>
                  <a:srgbClr val="FF0000"/>
                </a:solidFill>
              </a:rPr>
              <a:t>SLEDy_</a:t>
            </a:r>
            <a:r>
              <a:rPr lang="en-US" altLang="zh-TW" sz="1200" dirty="0" err="1"/>
              <a:t>xxx</a:t>
            </a:r>
            <a:r>
              <a:rPr lang="en-US" altLang="zh-TW" sz="1200" dirty="0" err="1">
                <a:solidFill>
                  <a:srgbClr val="FF0000"/>
                </a:solidFill>
              </a:rPr>
              <a:t>_glb</a:t>
            </a:r>
            <a:endParaRPr lang="en-US" altLang="zh-TW" sz="1200" dirty="0">
              <a:solidFill>
                <a:srgbClr val="FF0000"/>
              </a:solidFill>
            </a:endParaRPr>
          </a:p>
          <a:p>
            <a:pPr marL="1027113" lvl="1" indent="-457200" algn="just">
              <a:buFont typeface="+mj-lt"/>
              <a:buAutoNum type="arabicPeriod"/>
            </a:pPr>
            <a:r>
              <a:rPr lang="en-US" sz="1200" dirty="0">
                <a:solidFill>
                  <a:srgbClr val="FF0000"/>
                </a:solidFill>
                <a:cs typeface="Arial"/>
              </a:rPr>
              <a:t>Note :  xxx can be any user-defined prefix.</a:t>
            </a:r>
          </a:p>
          <a:p>
            <a:pPr lvl="1" indent="0" algn="just">
              <a:buNone/>
            </a:pPr>
            <a:r>
              <a:rPr lang="en-US" sz="1200" dirty="0" err="1">
                <a:solidFill>
                  <a:srgbClr val="FF0000"/>
                </a:solidFill>
                <a:cs typeface="Arial"/>
              </a:rPr>
              <a:t>SLEDy</a:t>
            </a:r>
            <a:r>
              <a:rPr lang="en-US" sz="1200" dirty="0">
                <a:solidFill>
                  <a:srgbClr val="FF0000"/>
                </a:solidFill>
                <a:cs typeface="Arial"/>
              </a:rPr>
              <a:t> indicates the sled number, where y = 1, 2, 3, or 4.</a:t>
            </a:r>
            <a:endParaRPr lang="en-US" sz="1200" dirty="0">
              <a:cs typeface="Arial"/>
            </a:endParaRPr>
          </a:p>
          <a:p>
            <a:pPr marL="628650" indent="-457200" algn="just">
              <a:buFont typeface="+mj-lt"/>
              <a:buAutoNum type="arabicPeriod"/>
            </a:pPr>
            <a:r>
              <a:rPr lang="en-US" altLang="zh-TW" sz="1200" dirty="0"/>
              <a:t>The order is flexible. As long as the filename contains the corresponding keywords (such as </a:t>
            </a:r>
            <a:r>
              <a:rPr lang="en-US" altLang="zh-TW" sz="1200" dirty="0" err="1"/>
              <a:t>SLEDy</a:t>
            </a:r>
            <a:r>
              <a:rPr lang="en-US" altLang="zh-TW" sz="1200" dirty="0"/>
              <a:t>, </a:t>
            </a:r>
            <a:r>
              <a:rPr lang="en-US" altLang="zh-TW" sz="1200" dirty="0" err="1"/>
              <a:t>scm_cpld</a:t>
            </a:r>
            <a:r>
              <a:rPr lang="en-US" altLang="zh-TW" sz="1200" dirty="0"/>
              <a:t>, cpld1, cpld2, or </a:t>
            </a:r>
            <a:r>
              <a:rPr lang="en-US" altLang="zh-TW" sz="1200" dirty="0" err="1"/>
              <a:t>glb</a:t>
            </a:r>
            <a:r>
              <a:rPr lang="en-US" altLang="zh-TW" sz="1200" dirty="0"/>
              <a:t>), the parser can identify the file correctly.</a:t>
            </a:r>
            <a:endParaRPr lang="en-US" sz="1200" dirty="0">
              <a:cs typeface="Arial"/>
            </a:endParaRPr>
          </a:p>
          <a:p>
            <a:pPr marL="1027113" lvl="1" indent="-457200" algn="just">
              <a:buFont typeface="+mj-lt"/>
              <a:buAutoNum type="arabicPeriod"/>
            </a:pPr>
            <a:endParaRPr lang="en-US" altLang="zh-TW" dirty="0">
              <a:solidFill>
                <a:srgbClr val="FF0000"/>
              </a:solidFill>
            </a:endParaRPr>
          </a:p>
          <a:p>
            <a:pPr marL="1027113" lvl="1" indent="-457200" algn="just">
              <a:buFont typeface="+mj-lt"/>
              <a:buAutoNum type="arabicPeriod"/>
            </a:pPr>
            <a:endParaRPr lang="en-US" altLang="zh-TW" dirty="0"/>
          </a:p>
          <a:p>
            <a:pPr lvl="1" indent="0" algn="just">
              <a:buNone/>
            </a:pPr>
            <a:br>
              <a:rPr lang="en-US" altLang="zh-TW" dirty="0"/>
            </a:br>
            <a:endParaRPr lang="en-US" dirty="0">
              <a:cs typeface="Arial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652AF8E-35B2-B5D5-65A7-127BC897F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685" y="4526367"/>
            <a:ext cx="8899298" cy="174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09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AECBD-0A56-5C26-CF80-B23140840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8E76B3B7-8543-EB19-4816-581261634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file ( Two ways - Two 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CA295DA1-1171-1F19-1E81-B6070DEE4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906"/>
            <a:ext cx="10515600" cy="5125403"/>
          </a:xfrm>
        </p:spPr>
        <p:txBody>
          <a:bodyPr vert="horz" lIns="0" tIns="0" rIns="0" bIns="0" rtlCol="0" anchor="t">
            <a:noAutofit/>
          </a:bodyPr>
          <a:lstStyle/>
          <a:p>
            <a:pPr marL="628650" indent="-457200" algn="just">
              <a:buFont typeface="+mj-lt"/>
              <a:buAutoNum type="arabicPeriod"/>
            </a:pPr>
            <a:r>
              <a:rPr lang="en-US" dirty="0">
                <a:cs typeface="Arial"/>
              </a:rPr>
              <a:t>Execute the corresponding BMC command </a:t>
            </a:r>
            <a:r>
              <a:rPr lang="en-US" altLang="zh-TW" dirty="0">
                <a:cs typeface="Arial"/>
              </a:rPr>
              <a:t>to obtain the I2C dump log.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dirty="0">
                <a:cs typeface="Arial"/>
              </a:rPr>
              <a:t>i2cdump -y -f 15 0x60 (DC-SCM)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dirty="0">
                <a:cs typeface="Arial"/>
              </a:rPr>
              <a:t>i2cdump -y -f 6 0x30 (Global FPGA)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dirty="0">
                <a:cs typeface="Arial"/>
              </a:rPr>
              <a:t>i2cdump -y -f 5 0x30 </a:t>
            </a:r>
            <a:r>
              <a:rPr lang="es-ES" altLang="zh-TW" dirty="0">
                <a:cs typeface="Arial"/>
              </a:rPr>
              <a:t>(HPM FPGA1)</a:t>
            </a:r>
            <a:endParaRPr lang="es-ES" dirty="0">
              <a:cs typeface="Arial"/>
            </a:endParaRPr>
          </a:p>
          <a:p>
            <a:pPr marL="1027113" lvl="1" indent="-457200" algn="just">
              <a:buFont typeface="+mj-lt"/>
              <a:buAutoNum type="arabicPeriod"/>
            </a:pPr>
            <a:r>
              <a:rPr lang="es-ES" dirty="0">
                <a:cs typeface="Arial"/>
              </a:rPr>
              <a:t>i2cdump -y -f 5 0x31 (HPM FPGA2)</a:t>
            </a:r>
            <a:endParaRPr lang="en-US" dirty="0">
              <a:cs typeface="Arial"/>
            </a:endParaRPr>
          </a:p>
          <a:p>
            <a:pPr marL="628650" indent="-457200" algn="just">
              <a:buFont typeface="+mj-lt"/>
              <a:buAutoNum type="arabicPeriod"/>
            </a:pPr>
            <a:r>
              <a:rPr lang="en-US" dirty="0">
                <a:cs typeface="Arial"/>
              </a:rPr>
              <a:t>Save the all output as a same text file (log file</a:t>
            </a:r>
            <a:r>
              <a:rPr lang="en-US" altLang="zh-TW" dirty="0">
                <a:cs typeface="Arial"/>
              </a:rPr>
              <a:t>)</a:t>
            </a:r>
            <a:r>
              <a:rPr lang="en-US" dirty="0">
                <a:cs typeface="Arial"/>
              </a:rPr>
              <a:t>.</a:t>
            </a:r>
          </a:p>
          <a:p>
            <a:pPr marL="628650" indent="-457200" algn="just">
              <a:buFont typeface="+mj-lt"/>
              <a:buAutoNum type="arabicPeriod"/>
            </a:pPr>
            <a:r>
              <a:rPr lang="en-US" altLang="zh-TW"/>
              <a:t>And </a:t>
            </a:r>
            <a:r>
              <a:rPr lang="en-US" altLang="zh-TW" dirty="0"/>
              <a:t>the content format should also be adjusted and organized by SLED, as shown below</a:t>
            </a:r>
            <a:endParaRPr lang="en-US" altLang="zh-TW" dirty="0">
              <a:cs typeface="Arial"/>
            </a:endParaRPr>
          </a:p>
          <a:p>
            <a:pPr marL="1716088" lvl="6" indent="-457200" algn="just">
              <a:buFont typeface="+mj-lt"/>
              <a:buAutoNum type="arabicPeriod"/>
            </a:pPr>
            <a:endParaRPr lang="en-US" dirty="0">
              <a:solidFill>
                <a:srgbClr val="FF0000"/>
              </a:solidFill>
              <a:cs typeface="Arial"/>
            </a:endParaRPr>
          </a:p>
          <a:p>
            <a:pPr marL="1716088" lvl="6" indent="-457200" algn="just">
              <a:buFont typeface="+mj-lt"/>
              <a:buAutoNum type="arabicPeriod"/>
            </a:pPr>
            <a:endParaRPr lang="en-US" dirty="0">
              <a:solidFill>
                <a:srgbClr val="FF0000"/>
              </a:solidFill>
              <a:cs typeface="Arial"/>
            </a:endParaRPr>
          </a:p>
          <a:p>
            <a:pPr lvl="6" indent="0" algn="just">
              <a:buNone/>
            </a:pPr>
            <a:endParaRPr lang="en-US" dirty="0">
              <a:solidFill>
                <a:srgbClr val="FF0000"/>
              </a:solidFill>
              <a:cs typeface="Arial"/>
            </a:endParaRPr>
          </a:p>
          <a:p>
            <a:pPr indent="0" algn="just">
              <a:buNone/>
            </a:pPr>
            <a:endParaRPr lang="en-US" dirty="0">
              <a:cs typeface="Arial"/>
            </a:endParaRPr>
          </a:p>
          <a:p>
            <a:pPr marL="1027113" lvl="1" indent="-457200" algn="just">
              <a:buFont typeface="+mj-lt"/>
              <a:buAutoNum type="arabicPeriod"/>
            </a:pPr>
            <a:endParaRPr lang="en-US" altLang="zh-TW" dirty="0">
              <a:solidFill>
                <a:srgbClr val="FF0000"/>
              </a:solidFill>
            </a:endParaRPr>
          </a:p>
          <a:p>
            <a:pPr marL="1027113" lvl="1" indent="-457200" algn="just">
              <a:buFont typeface="+mj-lt"/>
              <a:buAutoNum type="arabicPeriod"/>
            </a:pPr>
            <a:endParaRPr lang="en-US" altLang="zh-TW" dirty="0"/>
          </a:p>
          <a:p>
            <a:pPr lvl="1" indent="0" algn="just">
              <a:buNone/>
            </a:pPr>
            <a:br>
              <a:rPr lang="en-US" altLang="zh-TW" dirty="0"/>
            </a:b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5736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D917725-0819-6239-8632-8629A4FA8A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9A19501A-2BD8-413C-A869-D888369A0240}" type="slidenum">
              <a:rPr lang="en-US" smtClean="0"/>
              <a:pPr algn="ctr"/>
              <a:t>4</a:t>
            </a:fld>
            <a:endParaRPr lang="en-US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11244DE5-C322-5BEE-0D31-F4D3B1EDE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9E9C978A-9B85-7773-CCDF-1BDD59E2C7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351" y="989806"/>
            <a:ext cx="4502559" cy="487838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EDEF479-8D7F-65E6-1059-5B52F5747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331" y="933416"/>
            <a:ext cx="4470796" cy="499116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3CE278AB-E354-FEBD-EA5C-0E7A79F2EF24}"/>
              </a:ext>
            </a:extLst>
          </p:cNvPr>
          <p:cNvSpPr/>
          <p:nvPr/>
        </p:nvSpPr>
        <p:spPr>
          <a:xfrm>
            <a:off x="448733" y="914400"/>
            <a:ext cx="2878667" cy="2370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BEAE7E-C4DA-F170-AE73-3E58AF657AE1}"/>
              </a:ext>
            </a:extLst>
          </p:cNvPr>
          <p:cNvSpPr/>
          <p:nvPr/>
        </p:nvSpPr>
        <p:spPr>
          <a:xfrm>
            <a:off x="541539" y="1230278"/>
            <a:ext cx="4502559" cy="20971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70EA25-4905-B2D4-76E7-6281DEFEFA00}"/>
              </a:ext>
            </a:extLst>
          </p:cNvPr>
          <p:cNvSpPr/>
          <p:nvPr/>
        </p:nvSpPr>
        <p:spPr>
          <a:xfrm>
            <a:off x="5732519" y="3285065"/>
            <a:ext cx="4307498" cy="2878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D32575F-E00A-70CE-747A-7A09B68FA7A9}"/>
              </a:ext>
            </a:extLst>
          </p:cNvPr>
          <p:cNvSpPr txBox="1"/>
          <p:nvPr/>
        </p:nvSpPr>
        <p:spPr>
          <a:xfrm>
            <a:off x="3428018" y="902128"/>
            <a:ext cx="1346200" cy="2616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The command </a:t>
            </a:r>
            <a:endParaRPr lang="zh-TW" altLang="en-US" sz="1100" dirty="0">
              <a:solidFill>
                <a:schemeClr val="tx2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1B347DD-90C4-46AE-7863-801BA3A24216}"/>
              </a:ext>
            </a:extLst>
          </p:cNvPr>
          <p:cNvSpPr txBox="1"/>
          <p:nvPr/>
        </p:nvSpPr>
        <p:spPr>
          <a:xfrm>
            <a:off x="2127530" y="2303329"/>
            <a:ext cx="1346200" cy="2616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I2C dump content</a:t>
            </a:r>
            <a:endParaRPr lang="zh-TW" altLang="en-US" sz="1100" dirty="0">
              <a:solidFill>
                <a:schemeClr val="tx2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A47970F-BD9C-DF0A-0D6F-0B61780D08ED}"/>
              </a:ext>
            </a:extLst>
          </p:cNvPr>
          <p:cNvSpPr txBox="1"/>
          <p:nvPr/>
        </p:nvSpPr>
        <p:spPr>
          <a:xfrm>
            <a:off x="5740331" y="3705420"/>
            <a:ext cx="3988351" cy="2616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Grouped by SLED (e.g., SLED1, SLED2, SLED3, SLED4)</a:t>
            </a:r>
            <a:endParaRPr lang="zh-TW" altLang="en-US" sz="1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91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4CE56CC-81AC-319B-542F-696F6DF1BF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9A19501A-2BD8-413C-A869-D888369A0240}" type="slidenum">
              <a:rPr lang="en-US" smtClean="0"/>
              <a:pPr algn="ctr"/>
              <a:t>5</a:t>
            </a:fld>
            <a:endParaRPr lang="en-US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12BC0858-08D5-42E4-D392-F32FA3E0D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Sample file</a:t>
            </a:r>
            <a:endParaRPr lang="zh-TW" altLang="en-US" dirty="0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A887407-5A05-79D8-4CAF-9DC34FDFF1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403732"/>
              </p:ext>
            </p:extLst>
          </p:nvPr>
        </p:nvGraphicFramePr>
        <p:xfrm>
          <a:off x="7370762" y="3172002"/>
          <a:ext cx="2298412" cy="759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555893" imgH="514350" progId="Package">
                  <p:embed/>
                </p:oleObj>
              </mc:Choice>
              <mc:Fallback>
                <p:oleObj name="封裝程式殼層物件" showAsIcon="1" r:id="rId2" imgW="1555893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70762" y="3172002"/>
                        <a:ext cx="2298412" cy="7598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069BEC20-55BA-A9EB-BA88-1A4E760D08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125385"/>
              </p:ext>
            </p:extLst>
          </p:nvPr>
        </p:nvGraphicFramePr>
        <p:xfrm>
          <a:off x="686859" y="1845326"/>
          <a:ext cx="34671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4" imgW="3467050" imgH="514350" progId="Package">
                  <p:embed/>
                </p:oleObj>
              </mc:Choice>
              <mc:Fallback>
                <p:oleObj name="封裝程式殼層物件" showAsIcon="1" r:id="rId4" imgW="346705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6859" y="1845326"/>
                        <a:ext cx="34671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9698A026-445E-F913-AB24-580B0962FA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317120"/>
              </p:ext>
            </p:extLst>
          </p:nvPr>
        </p:nvGraphicFramePr>
        <p:xfrm>
          <a:off x="686859" y="2942052"/>
          <a:ext cx="32131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6" imgW="3213117" imgH="514350" progId="Package">
                  <p:embed/>
                </p:oleObj>
              </mc:Choice>
              <mc:Fallback>
                <p:oleObj name="封裝程式殼層物件" showAsIcon="1" r:id="rId6" imgW="321311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6859" y="2942052"/>
                        <a:ext cx="32131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3E5B54B5-5A3D-97F7-CB83-6F86AA9CF2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070014"/>
              </p:ext>
            </p:extLst>
          </p:nvPr>
        </p:nvGraphicFramePr>
        <p:xfrm>
          <a:off x="686859" y="2393689"/>
          <a:ext cx="32131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8" imgW="3213117" imgH="514350" progId="Package">
                  <p:embed/>
                </p:oleObj>
              </mc:Choice>
              <mc:Fallback>
                <p:oleObj name="封裝程式殼層物件" showAsIcon="1" r:id="rId8" imgW="321311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6859" y="2393689"/>
                        <a:ext cx="32131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BA03A821-5768-CF5C-1B73-CF5AF0A041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356027"/>
              </p:ext>
            </p:extLst>
          </p:nvPr>
        </p:nvGraphicFramePr>
        <p:xfrm>
          <a:off x="686859" y="3490415"/>
          <a:ext cx="30607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10" imgW="3060515" imgH="514350" progId="Package">
                  <p:embed/>
                </p:oleObj>
              </mc:Choice>
              <mc:Fallback>
                <p:oleObj name="封裝程式殼層物件" showAsIcon="1" r:id="rId10" imgW="306051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6859" y="3490415"/>
                        <a:ext cx="30607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9A191244-E592-3E63-1340-6208A45D4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143375"/>
              </p:ext>
            </p:extLst>
          </p:nvPr>
        </p:nvGraphicFramePr>
        <p:xfrm>
          <a:off x="686859" y="4038778"/>
          <a:ext cx="38925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12" imgW="3892558" imgH="514350" progId="Package">
                  <p:embed/>
                </p:oleObj>
              </mc:Choice>
              <mc:Fallback>
                <p:oleObj name="封裝程式殼層物件" showAsIcon="1" r:id="rId12" imgW="3892558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6859" y="4038778"/>
                        <a:ext cx="38925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2C19ABA1-F5DF-639E-CD66-DB77F27949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1086103"/>
              </p:ext>
            </p:extLst>
          </p:nvPr>
        </p:nvGraphicFramePr>
        <p:xfrm>
          <a:off x="686859" y="4587141"/>
          <a:ext cx="36385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14" imgW="3638626" imgH="514350" progId="Package">
                  <p:embed/>
                </p:oleObj>
              </mc:Choice>
              <mc:Fallback>
                <p:oleObj name="封裝程式殼層物件" showAsIcon="1" r:id="rId14" imgW="363862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86859" y="4587141"/>
                        <a:ext cx="36385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AA0EB4F0-76CC-6823-A611-50EEA9CD61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740718"/>
              </p:ext>
            </p:extLst>
          </p:nvPr>
        </p:nvGraphicFramePr>
        <p:xfrm>
          <a:off x="686859" y="5135506"/>
          <a:ext cx="36385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16" imgW="3638626" imgH="514350" progId="Package">
                  <p:embed/>
                </p:oleObj>
              </mc:Choice>
              <mc:Fallback>
                <p:oleObj name="封裝程式殼層物件" showAsIcon="1" r:id="rId16" imgW="363862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86859" y="5135506"/>
                        <a:ext cx="36385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453E8582-C3BC-3BD3-442D-F95BBCB94011}"/>
              </a:ext>
            </a:extLst>
          </p:cNvPr>
          <p:cNvSpPr/>
          <p:nvPr/>
        </p:nvSpPr>
        <p:spPr>
          <a:xfrm>
            <a:off x="549351" y="1024467"/>
            <a:ext cx="4623782" cy="506328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155FED-DF07-6DBD-53A7-7B5F0D1A594D}"/>
              </a:ext>
            </a:extLst>
          </p:cNvPr>
          <p:cNvSpPr/>
          <p:nvPr/>
        </p:nvSpPr>
        <p:spPr>
          <a:xfrm>
            <a:off x="6324599" y="1024467"/>
            <a:ext cx="4054785" cy="49955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078F7F3-AE6A-61F4-6751-A243517A2180}"/>
              </a:ext>
            </a:extLst>
          </p:cNvPr>
          <p:cNvSpPr txBox="1"/>
          <p:nvPr/>
        </p:nvSpPr>
        <p:spPr>
          <a:xfrm>
            <a:off x="6532034" y="1111926"/>
            <a:ext cx="183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ways - Two 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95FCEE0-5CBB-028C-E10A-4C8D56E7C290}"/>
              </a:ext>
            </a:extLst>
          </p:cNvPr>
          <p:cNvSpPr txBox="1"/>
          <p:nvPr/>
        </p:nvSpPr>
        <p:spPr>
          <a:xfrm>
            <a:off x="673101" y="1111926"/>
            <a:ext cx="183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ways - One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791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3C0EE-2FEE-BCBF-EDFE-31EE096B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F67132B9-8B57-98C3-EEBA-2CB685479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 the log / txt file into the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log_input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79AFB9A-5108-CD0B-F7B4-250BB9D5B0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201"/>
          <a:stretch>
            <a:fillRect/>
          </a:stretch>
        </p:blipFill>
        <p:spPr>
          <a:xfrm>
            <a:off x="452143" y="1405488"/>
            <a:ext cx="4506478" cy="380997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42017B8-1D2C-0C70-76AE-E3E9D76A3225}"/>
              </a:ext>
            </a:extLst>
          </p:cNvPr>
          <p:cNvSpPr txBox="1"/>
          <p:nvPr/>
        </p:nvSpPr>
        <p:spPr>
          <a:xfrm>
            <a:off x="5966153" y="1390703"/>
            <a:ext cx="5698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Two output file formats will be generated.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1. Select either output file.</a:t>
            </a:r>
            <a:br>
              <a:rPr lang="en-US" altLang="zh-TW" dirty="0"/>
            </a:br>
            <a:r>
              <a:rPr lang="en-US" altLang="zh-TW" dirty="0"/>
              <a:t>2. Copy the selected file into the </a:t>
            </a:r>
            <a:r>
              <a:rPr lang="en-US" altLang="zh-TW" dirty="0" err="1"/>
              <a:t>log_input</a:t>
            </a:r>
            <a:r>
              <a:rPr lang="en-US" altLang="zh-TW" dirty="0"/>
              <a:t> directory.</a:t>
            </a:r>
            <a:br>
              <a:rPr lang="en-US" altLang="zh-TW" dirty="0"/>
            </a:br>
            <a:endParaRPr lang="zh-TW" altLang="en-US" dirty="0">
              <a:solidFill>
                <a:schemeClr val="tx2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78DD58-D3C7-C89F-6929-1827E4A1D3D2}"/>
              </a:ext>
            </a:extLst>
          </p:cNvPr>
          <p:cNvSpPr/>
          <p:nvPr/>
        </p:nvSpPr>
        <p:spPr>
          <a:xfrm>
            <a:off x="452143" y="1972733"/>
            <a:ext cx="4356924" cy="3132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F7C83FE-9B56-E30E-474B-23BFDF7A7BDA}"/>
              </a:ext>
            </a:extLst>
          </p:cNvPr>
          <p:cNvCxnSpPr>
            <a:cxnSpLocks/>
          </p:cNvCxnSpPr>
          <p:nvPr/>
        </p:nvCxnSpPr>
        <p:spPr>
          <a:xfrm flipH="1" flipV="1">
            <a:off x="4809067" y="2101879"/>
            <a:ext cx="1157086" cy="25698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>
            <a:extLst>
              <a:ext uri="{FF2B5EF4-FFF2-40B4-BE49-F238E27FC236}">
                <a16:creationId xmlns:a16="http://schemas.microsoft.com/office/drawing/2014/main" id="{881A517D-D348-98D6-A096-80ED1A61C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153" y="2940893"/>
            <a:ext cx="4198020" cy="2099010"/>
          </a:xfrm>
          <a:prstGeom prst="rect">
            <a:avLst/>
          </a:prstGeom>
        </p:spPr>
      </p:pic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E6455AD8-D04D-BEB0-2B7B-DE531ADCDF60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630605" y="2286000"/>
            <a:ext cx="3335548" cy="170439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88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99906-B8A6-C7BD-BC88-C2D3298F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7AE04DFA-01A8-2614-DC70-F0ED2E7C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the execute result.bat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3A80BEE-A10C-B421-27F9-F52DEBA589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201"/>
          <a:stretch>
            <a:fillRect/>
          </a:stretch>
        </p:blipFill>
        <p:spPr>
          <a:xfrm>
            <a:off x="452143" y="1405488"/>
            <a:ext cx="4506478" cy="380997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28A0B5C-9A07-E1A3-0A79-B100D0A51954}"/>
              </a:ext>
            </a:extLst>
          </p:cNvPr>
          <p:cNvSpPr txBox="1"/>
          <p:nvPr/>
        </p:nvSpPr>
        <p:spPr>
          <a:xfrm>
            <a:off x="6144777" y="1390703"/>
            <a:ext cx="5698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1. Click the execute result.bat</a:t>
            </a:r>
            <a:br>
              <a:rPr lang="en-US" altLang="zh-TW" dirty="0"/>
            </a:br>
            <a:br>
              <a:rPr lang="en-US" altLang="zh-TW" dirty="0"/>
            </a:br>
            <a:endParaRPr lang="zh-TW" altLang="en-US" dirty="0">
              <a:solidFill>
                <a:schemeClr val="tx2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EB8A0B-D1A6-D231-A898-6A7CB02D1214}"/>
              </a:ext>
            </a:extLst>
          </p:cNvPr>
          <p:cNvSpPr/>
          <p:nvPr/>
        </p:nvSpPr>
        <p:spPr>
          <a:xfrm>
            <a:off x="333609" y="3437467"/>
            <a:ext cx="4356924" cy="3132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BA61F82-4D2D-BB26-8CC9-B6E8364E01BE}"/>
              </a:ext>
            </a:extLst>
          </p:cNvPr>
          <p:cNvCxnSpPr>
            <a:cxnSpLocks/>
          </p:cNvCxnSpPr>
          <p:nvPr/>
        </p:nvCxnSpPr>
        <p:spPr>
          <a:xfrm flipH="1">
            <a:off x="4487333" y="2129367"/>
            <a:ext cx="1608667" cy="129963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>
            <a:extLst>
              <a:ext uri="{FF2B5EF4-FFF2-40B4-BE49-F238E27FC236}">
                <a16:creationId xmlns:a16="http://schemas.microsoft.com/office/drawing/2014/main" id="{876104DC-B2CE-0337-268E-2A076892B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363" y="3039755"/>
            <a:ext cx="4506479" cy="2859215"/>
          </a:xfrm>
          <a:prstGeom prst="rect">
            <a:avLst/>
          </a:prstGeom>
        </p:spPr>
      </p:pic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E57682B5-5712-A203-AE7B-727A5624B5A2}"/>
              </a:ext>
            </a:extLst>
          </p:cNvPr>
          <p:cNvCxnSpPr>
            <a:cxnSpLocks/>
          </p:cNvCxnSpPr>
          <p:nvPr/>
        </p:nvCxnSpPr>
        <p:spPr>
          <a:xfrm>
            <a:off x="4633440" y="3750734"/>
            <a:ext cx="1777923" cy="71862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971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8CE73-01FC-2C23-1FE6-B1232842F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993E1F7D-FEAD-2F80-7D73-79D0720E0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59600" cy="845607"/>
          </a:xfrm>
        </p:spPr>
        <p:txBody>
          <a:bodyPr/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or disable the PASS log output</a:t>
            </a:r>
            <a:b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(based on your requirements)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43E63FF-662C-758A-0082-839003E5C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16" y="1303866"/>
            <a:ext cx="5095084" cy="487196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7DDDFAB-F826-163F-E3AD-10359B20E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973" y="1303866"/>
            <a:ext cx="5679285" cy="492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5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Lenovo 2015 Template">
  <a:themeElements>
    <a:clrScheme name="Lenovo">
      <a:dk1>
        <a:srgbClr val="000000"/>
      </a:dk1>
      <a:lt1>
        <a:sysClr val="window" lastClr="FFFFFF"/>
      </a:lt1>
      <a:dk2>
        <a:srgbClr val="6F7170"/>
      </a:dk2>
      <a:lt2>
        <a:srgbClr val="C4BEB6"/>
      </a:lt2>
      <a:accent1>
        <a:srgbClr val="E2231A"/>
      </a:accent1>
      <a:accent2>
        <a:srgbClr val="FF6A00"/>
      </a:accent2>
      <a:accent3>
        <a:srgbClr val="E96BAF"/>
      </a:accent3>
      <a:accent4>
        <a:srgbClr val="3E8DDD"/>
      </a:accent4>
      <a:accent5>
        <a:srgbClr val="4AC0E0"/>
      </a:accent5>
      <a:accent6>
        <a:srgbClr val="6ABF4A"/>
      </a:accent6>
      <a:hlink>
        <a:srgbClr val="4AC0E0"/>
      </a:hlink>
      <a:folHlink>
        <a:srgbClr val="4AC0E0"/>
      </a:folHlink>
    </a:clrScheme>
    <a:fontScheme name="Lenovo 201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enovo 2015">
      <a:dk1>
        <a:sysClr val="windowText" lastClr="000000"/>
      </a:dk1>
      <a:lt1>
        <a:sysClr val="window" lastClr="FFFFFF"/>
      </a:lt1>
      <a:dk2>
        <a:srgbClr val="333333"/>
      </a:dk2>
      <a:lt2>
        <a:srgbClr val="F8F8F8"/>
      </a:lt2>
      <a:accent1>
        <a:srgbClr val="EE3124"/>
      </a:accent1>
      <a:accent2>
        <a:srgbClr val="F1C741"/>
      </a:accent2>
      <a:accent3>
        <a:srgbClr val="51B6E2"/>
      </a:accent3>
      <a:accent4>
        <a:srgbClr val="B32317"/>
      </a:accent4>
      <a:accent5>
        <a:srgbClr val="8D8F8E"/>
      </a:accent5>
      <a:accent6>
        <a:srgbClr val="CFCECA"/>
      </a:accent6>
      <a:hlink>
        <a:srgbClr val="2093C5"/>
      </a:hlink>
      <a:folHlink>
        <a:srgbClr val="2093C5"/>
      </a:folHlink>
    </a:clrScheme>
    <a:fontScheme name="Lenovo 201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Lenovo 2015">
      <a:dk1>
        <a:sysClr val="windowText" lastClr="000000"/>
      </a:dk1>
      <a:lt1>
        <a:sysClr val="window" lastClr="FFFFFF"/>
      </a:lt1>
      <a:dk2>
        <a:srgbClr val="333333"/>
      </a:dk2>
      <a:lt2>
        <a:srgbClr val="F8F8F8"/>
      </a:lt2>
      <a:accent1>
        <a:srgbClr val="EE3124"/>
      </a:accent1>
      <a:accent2>
        <a:srgbClr val="F1C741"/>
      </a:accent2>
      <a:accent3>
        <a:srgbClr val="51B6E2"/>
      </a:accent3>
      <a:accent4>
        <a:srgbClr val="B32317"/>
      </a:accent4>
      <a:accent5>
        <a:srgbClr val="8D8F8E"/>
      </a:accent5>
      <a:accent6>
        <a:srgbClr val="CFCECA"/>
      </a:accent6>
      <a:hlink>
        <a:srgbClr val="2093C5"/>
      </a:hlink>
      <a:folHlink>
        <a:srgbClr val="2093C5"/>
      </a:folHlink>
    </a:clrScheme>
    <a:fontScheme name="Lenovo 201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5B87DCFAA6949ADF5FA7D320B3C2A" ma:contentTypeVersion="13" ma:contentTypeDescription="Create a new document." ma:contentTypeScope="" ma:versionID="614e9ae2da6d6be75aecf84f483be4ad">
  <xsd:schema xmlns:xsd="http://www.w3.org/2001/XMLSchema" xmlns:xs="http://www.w3.org/2001/XMLSchema" xmlns:p="http://schemas.microsoft.com/office/2006/metadata/properties" xmlns:ns2="ef5e11c2-b5ac-4666-8d00-3459fd1c379e" xmlns:ns3="9bcaaf7c-080f-42ac-930b-884bf9d65b76" targetNamespace="http://schemas.microsoft.com/office/2006/metadata/properties" ma:root="true" ma:fieldsID="0f56d87e144bd56cdac9bfe103670131" ns2:_="" ns3:_="">
    <xsd:import namespace="ef5e11c2-b5ac-4666-8d00-3459fd1c379e"/>
    <xsd:import namespace="9bcaaf7c-080f-42ac-930b-884bf9d65b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5e11c2-b5ac-4666-8d00-3459fd1c37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0b2ab70-381d-4de1-873d-678182fc59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caaf7c-080f-42ac-930b-884bf9d65b7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81393e-be5c-4c43-b4c5-d71fc615b94f}" ma:internalName="TaxCatchAll" ma:showField="CatchAllData" ma:web="9bcaaf7c-080f-42ac-930b-884bf9d65b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f5e11c2-b5ac-4666-8d00-3459fd1c379e">
      <Terms xmlns="http://schemas.microsoft.com/office/infopath/2007/PartnerControls"/>
    </lcf76f155ced4ddcb4097134ff3c332f>
    <TaxCatchAll xmlns="9bcaaf7c-080f-42ac-930b-884bf9d65b7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73CFFE-DBF1-4185-837B-61BA92BB62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5e11c2-b5ac-4666-8d00-3459fd1c379e"/>
    <ds:schemaRef ds:uri="9bcaaf7c-080f-42ac-930b-884bf9d65b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5DC493-1477-4DA9-94FB-49794E98FAD0}">
  <ds:schemaRefs>
    <ds:schemaRef ds:uri="10c0c570-513c-49ea-9b30-a3acd5f3df68"/>
    <ds:schemaRef ds:uri="262feb39-75d9-4add-aa29-39c681a9d979"/>
    <ds:schemaRef ds:uri="39529c23-b0a6-4672-99f1-41945700d9a0"/>
    <ds:schemaRef ds:uri="748ea240-c825-475e-b881-e3cc1cf8836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  <ds:schemaRef ds:uri="ef5e11c2-b5ac-4666-8d00-3459fd1c379e"/>
    <ds:schemaRef ds:uri="9bcaaf7c-080f-42ac-930b-884bf9d65b76"/>
  </ds:schemaRefs>
</ds:datastoreItem>
</file>

<file path=customXml/itemProps3.xml><?xml version="1.0" encoding="utf-8"?>
<ds:datastoreItem xmlns:ds="http://schemas.openxmlformats.org/officeDocument/2006/customXml" ds:itemID="{E7F203CD-7D6F-4603-BF64-D245475A361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394</Words>
  <Application>Microsoft Office PowerPoint</Application>
  <PresentationFormat>寬螢幕</PresentationFormat>
  <Paragraphs>55</Paragraphs>
  <Slides>8</Slides>
  <Notes>6</Notes>
  <HiddenSlides>0</HiddenSlides>
  <MMClips>0</MMClips>
  <ScaleCrop>false</ScaleCrop>
  <HeadingPairs>
    <vt:vector size="8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2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Arial</vt:lpstr>
      <vt:lpstr>Calibri</vt:lpstr>
      <vt:lpstr>Times New Roman</vt:lpstr>
      <vt:lpstr>Lenovo 2015 Template</vt:lpstr>
      <vt:lpstr>自定义设计方案</vt:lpstr>
      <vt:lpstr>封裝程式殼層物件</vt:lpstr>
      <vt:lpstr>PowerPoint 簡報</vt:lpstr>
      <vt:lpstr>Preparation the input file ( Two ways - One )</vt:lpstr>
      <vt:lpstr>Preparation the input file ( Two ways - Two )</vt:lpstr>
      <vt:lpstr>PowerPoint 簡報</vt:lpstr>
      <vt:lpstr>Sample file</vt:lpstr>
      <vt:lpstr>Put the log / txt file into the log_input file</vt:lpstr>
      <vt:lpstr>Click the execute result.bat</vt:lpstr>
      <vt:lpstr>Enable or disable the PASS log output  (based on your requirements)</vt:lpstr>
    </vt:vector>
  </TitlesOfParts>
  <Company>Carol Hausmann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Lenovo</dc:title>
  <dc:creator>Lenovo</dc:creator>
  <cp:lastModifiedBy>John Lin94</cp:lastModifiedBy>
  <cp:revision>62</cp:revision>
  <cp:lastPrinted>2015-02-24T18:49:08Z</cp:lastPrinted>
  <dcterms:created xsi:type="dcterms:W3CDTF">2014-11-19T19:33:06Z</dcterms:created>
  <dcterms:modified xsi:type="dcterms:W3CDTF">2026-08-24T07:07:34Z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0x0101001045B87DCFAA6949ADF5FA7D320B3C2A</vt:lpwstr>
  </property>
  <property fmtid="{D5CDD505-2E9C-101B-9397-08002B2CF9AE}" pid="3" name="_dlc_DocIdItemGuid">
    <vt:lpwstr>a85bb259-b21d-4783-a6d2-63ffd70f34e0</vt:lpwstr>
  </property>
  <property fmtid="{D5CDD505-2E9C-101B-9397-08002B2CF9AE}" pid="4" name="MediaServiceImageTags">
    <vt:lpwstr/>
  </property>
  <property fmtid="{D5CDD505-2E9C-101B-9397-08002B2CF9AE}" pid="5" name="Order">
    <vt:r8>88051100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